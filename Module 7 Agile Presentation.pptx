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9" r:id="rId3"/>
    <p:sldId id="260" r:id="rId4"/>
    <p:sldId id="261" r:id="rId5"/>
    <p:sldId id="262" r:id="rId6"/>
    <p:sldId id="263"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D98405-68D7-4A65-AF9E-7A5265AD419F}" v="2" dt="2026-08-17T06:28:11.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29" d="100"/>
          <a:sy n="129" d="100"/>
        </p:scale>
        <p:origin x="132"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Cruz" userId="1c06790f2e27296f" providerId="LiveId" clId="{BB2C4EF1-220E-4960-8396-B38AC9036D17}"/>
    <pc:docChg chg="undo custSel addSld delSld modSld">
      <pc:chgData name="Jason Cruz" userId="1c06790f2e27296f" providerId="LiveId" clId="{BB2C4EF1-220E-4960-8396-B38AC9036D17}" dt="2026-08-17T06:56:07.675" v="3110" actId="20577"/>
      <pc:docMkLst>
        <pc:docMk/>
      </pc:docMkLst>
      <pc:sldChg chg="del">
        <pc:chgData name="Jason Cruz" userId="1c06790f2e27296f" providerId="LiveId" clId="{BB2C4EF1-220E-4960-8396-B38AC9036D17}" dt="2026-08-17T06:26:39.145" v="521" actId="47"/>
        <pc:sldMkLst>
          <pc:docMk/>
          <pc:sldMk cId="0" sldId="257"/>
        </pc:sldMkLst>
      </pc:sldChg>
      <pc:sldChg chg="del">
        <pc:chgData name="Jason Cruz" userId="1c06790f2e27296f" providerId="LiveId" clId="{BB2C4EF1-220E-4960-8396-B38AC9036D17}" dt="2026-08-17T06:26:39.145" v="521" actId="47"/>
        <pc:sldMkLst>
          <pc:docMk/>
          <pc:sldMk cId="0" sldId="258"/>
        </pc:sldMkLst>
      </pc:sldChg>
      <pc:sldChg chg="modSp mod">
        <pc:chgData name="Jason Cruz" userId="1c06790f2e27296f" providerId="LiveId" clId="{BB2C4EF1-220E-4960-8396-B38AC9036D17}" dt="2026-08-17T06:26:10.614" v="520" actId="20577"/>
        <pc:sldMkLst>
          <pc:docMk/>
          <pc:sldMk cId="0" sldId="259"/>
        </pc:sldMkLst>
        <pc:spChg chg="mod">
          <ac:chgData name="Jason Cruz" userId="1c06790f2e27296f" providerId="LiveId" clId="{BB2C4EF1-220E-4960-8396-B38AC9036D17}" dt="2026-08-17T06:26:10.614" v="520" actId="20577"/>
          <ac:spMkLst>
            <pc:docMk/>
            <pc:sldMk cId="0" sldId="259"/>
            <ac:spMk id="64" creationId="{64F64E3A-A1DC-BCFF-7725-65DBE072DEF1}"/>
          </ac:spMkLst>
        </pc:spChg>
      </pc:sldChg>
      <pc:sldChg chg="del">
        <pc:chgData name="Jason Cruz" userId="1c06790f2e27296f" providerId="LiveId" clId="{BB2C4EF1-220E-4960-8396-B38AC9036D17}" dt="2026-08-17T06:26:39.145" v="521" actId="47"/>
        <pc:sldMkLst>
          <pc:docMk/>
          <pc:sldMk cId="0" sldId="260"/>
        </pc:sldMkLst>
      </pc:sldChg>
      <pc:sldChg chg="addSp modSp add mod">
        <pc:chgData name="Jason Cruz" userId="1c06790f2e27296f" providerId="LiveId" clId="{BB2C4EF1-220E-4960-8396-B38AC9036D17}" dt="2026-08-17T06:38:34.225" v="1445" actId="20577"/>
        <pc:sldMkLst>
          <pc:docMk/>
          <pc:sldMk cId="4152371626" sldId="260"/>
        </pc:sldMkLst>
        <pc:spChg chg="mod">
          <ac:chgData name="Jason Cruz" userId="1c06790f2e27296f" providerId="LiveId" clId="{BB2C4EF1-220E-4960-8396-B38AC9036D17}" dt="2026-08-17T06:32:45.811" v="646" actId="1076"/>
          <ac:spMkLst>
            <pc:docMk/>
            <pc:sldMk cId="4152371626" sldId="260"/>
            <ac:spMk id="5" creationId="{4C3A9FD7-1EF6-0960-E1C9-B99EE56531F1}"/>
          </ac:spMkLst>
        </pc:spChg>
        <pc:spChg chg="mod">
          <ac:chgData name="Jason Cruz" userId="1c06790f2e27296f" providerId="LiveId" clId="{BB2C4EF1-220E-4960-8396-B38AC9036D17}" dt="2026-08-17T06:29:25.254" v="570" actId="20577"/>
          <ac:spMkLst>
            <pc:docMk/>
            <pc:sldMk cId="4152371626" sldId="260"/>
            <ac:spMk id="26" creationId="{65210298-A661-64CD-27C7-9E57D17BFA2B}"/>
          </ac:spMkLst>
        </pc:spChg>
        <pc:spChg chg="mod">
          <ac:chgData name="Jason Cruz" userId="1c06790f2e27296f" providerId="LiveId" clId="{BB2C4EF1-220E-4960-8396-B38AC9036D17}" dt="2026-08-17T06:34:29.249" v="829" actId="1076"/>
          <ac:spMkLst>
            <pc:docMk/>
            <pc:sldMk cId="4152371626" sldId="260"/>
            <ac:spMk id="29" creationId="{4E7CE2A5-92AF-43F2-D3D5-89E64E293AC6}"/>
          </ac:spMkLst>
        </pc:spChg>
        <pc:spChg chg="add mod">
          <ac:chgData name="Jason Cruz" userId="1c06790f2e27296f" providerId="LiveId" clId="{BB2C4EF1-220E-4960-8396-B38AC9036D17}" dt="2026-08-17T06:32:37.444" v="645" actId="1076"/>
          <ac:spMkLst>
            <pc:docMk/>
            <pc:sldMk cId="4152371626" sldId="260"/>
            <ac:spMk id="31" creationId="{82C983F4-3E2C-970D-31E1-3D48E2B24ABE}"/>
          </ac:spMkLst>
        </pc:spChg>
        <pc:spChg chg="mod">
          <ac:chgData name="Jason Cruz" userId="1c06790f2e27296f" providerId="LiveId" clId="{BB2C4EF1-220E-4960-8396-B38AC9036D17}" dt="2026-08-17T06:33:34.871" v="724" actId="20577"/>
          <ac:spMkLst>
            <pc:docMk/>
            <pc:sldMk cId="4152371626" sldId="260"/>
            <ac:spMk id="32" creationId="{06277FF3-221B-5C6A-9411-72A0392C845D}"/>
          </ac:spMkLst>
        </pc:spChg>
        <pc:spChg chg="mod">
          <ac:chgData name="Jason Cruz" userId="1c06790f2e27296f" providerId="LiveId" clId="{BB2C4EF1-220E-4960-8396-B38AC9036D17}" dt="2026-08-17T06:34:53.757" v="907" actId="20577"/>
          <ac:spMkLst>
            <pc:docMk/>
            <pc:sldMk cId="4152371626" sldId="260"/>
            <ac:spMk id="33" creationId="{83E42755-BF0A-575E-C865-0F747C90396C}"/>
          </ac:spMkLst>
        </pc:spChg>
        <pc:spChg chg="mod">
          <ac:chgData name="Jason Cruz" userId="1c06790f2e27296f" providerId="LiveId" clId="{BB2C4EF1-220E-4960-8396-B38AC9036D17}" dt="2026-08-17T06:32:12.028" v="642" actId="1076"/>
          <ac:spMkLst>
            <pc:docMk/>
            <pc:sldMk cId="4152371626" sldId="260"/>
            <ac:spMk id="34" creationId="{426F48F9-4501-E184-B212-15E83543F6F6}"/>
          </ac:spMkLst>
        </pc:spChg>
        <pc:spChg chg="mod">
          <ac:chgData name="Jason Cruz" userId="1c06790f2e27296f" providerId="LiveId" clId="{BB2C4EF1-220E-4960-8396-B38AC9036D17}" dt="2026-08-17T06:32:12.028" v="642" actId="1076"/>
          <ac:spMkLst>
            <pc:docMk/>
            <pc:sldMk cId="4152371626" sldId="260"/>
            <ac:spMk id="35" creationId="{26634420-D269-E10D-BC5C-9AAECEC82CE0}"/>
          </ac:spMkLst>
        </pc:spChg>
        <pc:spChg chg="mod">
          <ac:chgData name="Jason Cruz" userId="1c06790f2e27296f" providerId="LiveId" clId="{BB2C4EF1-220E-4960-8396-B38AC9036D17}" dt="2026-08-17T06:33:40.946" v="739" actId="20577"/>
          <ac:spMkLst>
            <pc:docMk/>
            <pc:sldMk cId="4152371626" sldId="260"/>
            <ac:spMk id="37" creationId="{69BF9FCD-C6DB-3B41-0BF4-594AB8BC435A}"/>
          </ac:spMkLst>
        </pc:spChg>
        <pc:spChg chg="mod">
          <ac:chgData name="Jason Cruz" userId="1c06790f2e27296f" providerId="LiveId" clId="{BB2C4EF1-220E-4960-8396-B38AC9036D17}" dt="2026-08-17T06:35:26.693" v="993" actId="20577"/>
          <ac:spMkLst>
            <pc:docMk/>
            <pc:sldMk cId="4152371626" sldId="260"/>
            <ac:spMk id="38" creationId="{503D07FC-D7EB-403B-0190-E10539EC2344}"/>
          </ac:spMkLst>
        </pc:spChg>
        <pc:spChg chg="mod">
          <ac:chgData name="Jason Cruz" userId="1c06790f2e27296f" providerId="LiveId" clId="{BB2C4EF1-220E-4960-8396-B38AC9036D17}" dt="2026-08-17T06:32:25.129" v="643" actId="1076"/>
          <ac:spMkLst>
            <pc:docMk/>
            <pc:sldMk cId="4152371626" sldId="260"/>
            <ac:spMk id="39" creationId="{C32D731B-A729-A4A8-D066-FCD8438C9FF0}"/>
          </ac:spMkLst>
        </pc:spChg>
        <pc:spChg chg="mod">
          <ac:chgData name="Jason Cruz" userId="1c06790f2e27296f" providerId="LiveId" clId="{BB2C4EF1-220E-4960-8396-B38AC9036D17}" dt="2026-08-17T06:32:25.129" v="643" actId="1076"/>
          <ac:spMkLst>
            <pc:docMk/>
            <pc:sldMk cId="4152371626" sldId="260"/>
            <ac:spMk id="40" creationId="{B5D848E8-B599-687B-C548-0A2A1C66DA05}"/>
          </ac:spMkLst>
        </pc:spChg>
        <pc:spChg chg="add mod">
          <ac:chgData name="Jason Cruz" userId="1c06790f2e27296f" providerId="LiveId" clId="{BB2C4EF1-220E-4960-8396-B38AC9036D17}" dt="2026-08-17T06:32:37.444" v="645" actId="1076"/>
          <ac:spMkLst>
            <pc:docMk/>
            <pc:sldMk cId="4152371626" sldId="260"/>
            <ac:spMk id="41" creationId="{8188EF27-86CA-A9A8-4A9B-104EE6CD92F2}"/>
          </ac:spMkLst>
        </pc:spChg>
        <pc:spChg chg="mod">
          <ac:chgData name="Jason Cruz" userId="1c06790f2e27296f" providerId="LiveId" clId="{BB2C4EF1-220E-4960-8396-B38AC9036D17}" dt="2026-08-17T06:34:17.112" v="805" actId="20577"/>
          <ac:spMkLst>
            <pc:docMk/>
            <pc:sldMk cId="4152371626" sldId="260"/>
            <ac:spMk id="42" creationId="{8FB24FED-4284-EB82-0B8B-5283E8D0456D}"/>
          </ac:spMkLst>
        </pc:spChg>
        <pc:spChg chg="mod">
          <ac:chgData name="Jason Cruz" userId="1c06790f2e27296f" providerId="LiveId" clId="{BB2C4EF1-220E-4960-8396-B38AC9036D17}" dt="2026-08-17T06:36:34.625" v="1125" actId="20577"/>
          <ac:spMkLst>
            <pc:docMk/>
            <pc:sldMk cId="4152371626" sldId="260"/>
            <ac:spMk id="43" creationId="{C65C5E64-11BE-7ECB-2AC2-769715169E42}"/>
          </ac:spMkLst>
        </pc:spChg>
        <pc:spChg chg="mod">
          <ac:chgData name="Jason Cruz" userId="1c06790f2e27296f" providerId="LiveId" clId="{BB2C4EF1-220E-4960-8396-B38AC9036D17}" dt="2026-08-17T06:34:24.120" v="827" actId="20577"/>
          <ac:spMkLst>
            <pc:docMk/>
            <pc:sldMk cId="4152371626" sldId="260"/>
            <ac:spMk id="47" creationId="{AE35E270-0321-DCAD-FB46-1B320A639574}"/>
          </ac:spMkLst>
        </pc:spChg>
        <pc:spChg chg="mod">
          <ac:chgData name="Jason Cruz" userId="1c06790f2e27296f" providerId="LiveId" clId="{BB2C4EF1-220E-4960-8396-B38AC9036D17}" dt="2026-08-17T06:36:57.291" v="1194" actId="20577"/>
          <ac:spMkLst>
            <pc:docMk/>
            <pc:sldMk cId="4152371626" sldId="260"/>
            <ac:spMk id="48" creationId="{67A8B624-0EAB-740A-3599-E42A7BF8A6F4}"/>
          </ac:spMkLst>
        </pc:spChg>
        <pc:spChg chg="add mod">
          <ac:chgData name="Jason Cruz" userId="1c06790f2e27296f" providerId="LiveId" clId="{BB2C4EF1-220E-4960-8396-B38AC9036D17}" dt="2026-08-17T06:34:12.680" v="792" actId="20577"/>
          <ac:spMkLst>
            <pc:docMk/>
            <pc:sldMk cId="4152371626" sldId="260"/>
            <ac:spMk id="49" creationId="{71159314-D7F7-FD00-245B-AE37087B2F4F}"/>
          </ac:spMkLst>
        </pc:spChg>
        <pc:spChg chg="add mod">
          <ac:chgData name="Jason Cruz" userId="1c06790f2e27296f" providerId="LiveId" clId="{BB2C4EF1-220E-4960-8396-B38AC9036D17}" dt="2026-08-17T06:36:13.670" v="1057" actId="20577"/>
          <ac:spMkLst>
            <pc:docMk/>
            <pc:sldMk cId="4152371626" sldId="260"/>
            <ac:spMk id="51" creationId="{6C097DDA-8EF4-F364-3975-C61996E97E13}"/>
          </ac:spMkLst>
        </pc:spChg>
        <pc:spChg chg="mod">
          <ac:chgData name="Jason Cruz" userId="1c06790f2e27296f" providerId="LiveId" clId="{BB2C4EF1-220E-4960-8396-B38AC9036D17}" dt="2026-08-17T06:38:34.225" v="1445" actId="20577"/>
          <ac:spMkLst>
            <pc:docMk/>
            <pc:sldMk cId="4152371626" sldId="260"/>
            <ac:spMk id="64" creationId="{BEAD27D2-D411-707A-163B-3E401AE7D112}"/>
          </ac:spMkLst>
        </pc:spChg>
      </pc:sldChg>
      <pc:sldChg chg="del">
        <pc:chgData name="Jason Cruz" userId="1c06790f2e27296f" providerId="LiveId" clId="{BB2C4EF1-220E-4960-8396-B38AC9036D17}" dt="2026-08-17T06:26:39.145" v="521" actId="47"/>
        <pc:sldMkLst>
          <pc:docMk/>
          <pc:sldMk cId="0" sldId="261"/>
        </pc:sldMkLst>
      </pc:sldChg>
      <pc:sldChg chg="addSp delSp modSp add mod">
        <pc:chgData name="Jason Cruz" userId="1c06790f2e27296f" providerId="LiveId" clId="{BB2C4EF1-220E-4960-8396-B38AC9036D17}" dt="2026-08-17T06:45:33.713" v="2159" actId="20577"/>
        <pc:sldMkLst>
          <pc:docMk/>
          <pc:sldMk cId="4000024707" sldId="261"/>
        </pc:sldMkLst>
        <pc:spChg chg="mod">
          <ac:chgData name="Jason Cruz" userId="1c06790f2e27296f" providerId="LiveId" clId="{BB2C4EF1-220E-4960-8396-B38AC9036D17}" dt="2026-08-17T06:39:01.234" v="1448" actId="1076"/>
          <ac:spMkLst>
            <pc:docMk/>
            <pc:sldMk cId="4000024707" sldId="261"/>
            <ac:spMk id="16" creationId="{10E7D9F7-7BBF-3260-60D1-2D8D92FE1C4D}"/>
          </ac:spMkLst>
        </pc:spChg>
        <pc:spChg chg="mod">
          <ac:chgData name="Jason Cruz" userId="1c06790f2e27296f" providerId="LiveId" clId="{BB2C4EF1-220E-4960-8396-B38AC9036D17}" dt="2026-08-17T06:39:01.590" v="1449" actId="1076"/>
          <ac:spMkLst>
            <pc:docMk/>
            <pc:sldMk cId="4000024707" sldId="261"/>
            <ac:spMk id="20" creationId="{3C1C1F01-C621-7190-8082-C0F0A210AE38}"/>
          </ac:spMkLst>
        </pc:spChg>
        <pc:spChg chg="mod">
          <ac:chgData name="Jason Cruz" userId="1c06790f2e27296f" providerId="LiveId" clId="{BB2C4EF1-220E-4960-8396-B38AC9036D17}" dt="2026-08-17T06:39:10.927" v="1452" actId="1076"/>
          <ac:spMkLst>
            <pc:docMk/>
            <pc:sldMk cId="4000024707" sldId="261"/>
            <ac:spMk id="22" creationId="{29698391-AFFB-B22D-3E68-1456E743C36C}"/>
          </ac:spMkLst>
        </pc:spChg>
        <pc:spChg chg="mod">
          <ac:chgData name="Jason Cruz" userId="1c06790f2e27296f" providerId="LiveId" clId="{BB2C4EF1-220E-4960-8396-B38AC9036D17}" dt="2026-08-17T06:29:40.242" v="596" actId="20577"/>
          <ac:spMkLst>
            <pc:docMk/>
            <pc:sldMk cId="4000024707" sldId="261"/>
            <ac:spMk id="26" creationId="{B8E9065B-F42D-0B31-0F6A-2EAD0A33A3F9}"/>
          </ac:spMkLst>
        </pc:spChg>
        <pc:spChg chg="del">
          <ac:chgData name="Jason Cruz" userId="1c06790f2e27296f" providerId="LiveId" clId="{BB2C4EF1-220E-4960-8396-B38AC9036D17}" dt="2026-08-17T06:39:06.621" v="1450" actId="478"/>
          <ac:spMkLst>
            <pc:docMk/>
            <pc:sldMk cId="4000024707" sldId="261"/>
            <ac:spMk id="28" creationId="{F607639E-0C81-3BA0-7871-9B8931060CD7}"/>
          </ac:spMkLst>
        </pc:spChg>
        <pc:spChg chg="del">
          <ac:chgData name="Jason Cruz" userId="1c06790f2e27296f" providerId="LiveId" clId="{BB2C4EF1-220E-4960-8396-B38AC9036D17}" dt="2026-08-17T06:39:06.621" v="1450" actId="478"/>
          <ac:spMkLst>
            <pc:docMk/>
            <pc:sldMk cId="4000024707" sldId="261"/>
            <ac:spMk id="29" creationId="{24D21526-421F-3FE0-F263-0FA20671E799}"/>
          </ac:spMkLst>
        </pc:spChg>
        <pc:spChg chg="del">
          <ac:chgData name="Jason Cruz" userId="1c06790f2e27296f" providerId="LiveId" clId="{BB2C4EF1-220E-4960-8396-B38AC9036D17}" dt="2026-08-17T06:39:06.621" v="1450" actId="478"/>
          <ac:spMkLst>
            <pc:docMk/>
            <pc:sldMk cId="4000024707" sldId="261"/>
            <ac:spMk id="30" creationId="{3B7F3270-AAEA-D5F4-4609-192DC73C1611}"/>
          </ac:spMkLst>
        </pc:spChg>
        <pc:spChg chg="add mod">
          <ac:chgData name="Jason Cruz" userId="1c06790f2e27296f" providerId="LiveId" clId="{BB2C4EF1-220E-4960-8396-B38AC9036D17}" dt="2026-08-17T06:39:28.466" v="1456" actId="14100"/>
          <ac:spMkLst>
            <pc:docMk/>
            <pc:sldMk cId="4000024707" sldId="261"/>
            <ac:spMk id="31" creationId="{ED041121-676C-A7D0-E44E-19C5BCB58573}"/>
          </ac:spMkLst>
        </pc:spChg>
        <pc:spChg chg="del">
          <ac:chgData name="Jason Cruz" userId="1c06790f2e27296f" providerId="LiveId" clId="{BB2C4EF1-220E-4960-8396-B38AC9036D17}" dt="2026-08-17T06:39:06.621" v="1450" actId="478"/>
          <ac:spMkLst>
            <pc:docMk/>
            <pc:sldMk cId="4000024707" sldId="261"/>
            <ac:spMk id="35" creationId="{E61044FB-F66D-EAA2-C939-BFFB19C9A65A}"/>
          </ac:spMkLst>
        </pc:spChg>
        <pc:spChg chg="del">
          <ac:chgData name="Jason Cruz" userId="1c06790f2e27296f" providerId="LiveId" clId="{BB2C4EF1-220E-4960-8396-B38AC9036D17}" dt="2026-08-17T06:39:06.621" v="1450" actId="478"/>
          <ac:spMkLst>
            <pc:docMk/>
            <pc:sldMk cId="4000024707" sldId="261"/>
            <ac:spMk id="37" creationId="{6A62199F-EBD3-01E3-1A2B-25404B13CB09}"/>
          </ac:spMkLst>
        </pc:spChg>
        <pc:spChg chg="del">
          <ac:chgData name="Jason Cruz" userId="1c06790f2e27296f" providerId="LiveId" clId="{BB2C4EF1-220E-4960-8396-B38AC9036D17}" dt="2026-08-17T06:39:06.621" v="1450" actId="478"/>
          <ac:spMkLst>
            <pc:docMk/>
            <pc:sldMk cId="4000024707" sldId="261"/>
            <ac:spMk id="38" creationId="{68EEB0ED-F0DE-40A6-E209-4581950B2311}"/>
          </ac:spMkLst>
        </pc:spChg>
        <pc:spChg chg="del">
          <ac:chgData name="Jason Cruz" userId="1c06790f2e27296f" providerId="LiveId" clId="{BB2C4EF1-220E-4960-8396-B38AC9036D17}" dt="2026-08-17T06:39:06.621" v="1450" actId="478"/>
          <ac:spMkLst>
            <pc:docMk/>
            <pc:sldMk cId="4000024707" sldId="261"/>
            <ac:spMk id="39" creationId="{4B46FAB3-24FE-0D35-E50F-18015A24E75C}"/>
          </ac:spMkLst>
        </pc:spChg>
        <pc:spChg chg="del">
          <ac:chgData name="Jason Cruz" userId="1c06790f2e27296f" providerId="LiveId" clId="{BB2C4EF1-220E-4960-8396-B38AC9036D17}" dt="2026-08-17T06:39:06.621" v="1450" actId="478"/>
          <ac:spMkLst>
            <pc:docMk/>
            <pc:sldMk cId="4000024707" sldId="261"/>
            <ac:spMk id="40" creationId="{449295B8-BA51-BA5B-8045-94B217D366E8}"/>
          </ac:spMkLst>
        </pc:spChg>
        <pc:spChg chg="add mod">
          <ac:chgData name="Jason Cruz" userId="1c06790f2e27296f" providerId="LiveId" clId="{BB2C4EF1-220E-4960-8396-B38AC9036D17}" dt="2026-08-17T06:39:28.466" v="1456" actId="14100"/>
          <ac:spMkLst>
            <pc:docMk/>
            <pc:sldMk cId="4000024707" sldId="261"/>
            <ac:spMk id="41" creationId="{8C94B74C-382F-9236-EE8B-DCF79CEECE4D}"/>
          </ac:spMkLst>
        </pc:spChg>
        <pc:spChg chg="del">
          <ac:chgData name="Jason Cruz" userId="1c06790f2e27296f" providerId="LiveId" clId="{BB2C4EF1-220E-4960-8396-B38AC9036D17}" dt="2026-08-17T06:39:06.621" v="1450" actId="478"/>
          <ac:spMkLst>
            <pc:docMk/>
            <pc:sldMk cId="4000024707" sldId="261"/>
            <ac:spMk id="45" creationId="{9BC581EE-DB58-F741-C3CA-77C560FDD2B7}"/>
          </ac:spMkLst>
        </pc:spChg>
        <pc:spChg chg="del">
          <ac:chgData name="Jason Cruz" userId="1c06790f2e27296f" providerId="LiveId" clId="{BB2C4EF1-220E-4960-8396-B38AC9036D17}" dt="2026-08-17T06:39:06.621" v="1450" actId="478"/>
          <ac:spMkLst>
            <pc:docMk/>
            <pc:sldMk cId="4000024707" sldId="261"/>
            <ac:spMk id="47" creationId="{4DD93A4B-91A8-886F-3505-118C4E240FF9}"/>
          </ac:spMkLst>
        </pc:spChg>
        <pc:spChg chg="add del mod">
          <ac:chgData name="Jason Cruz" userId="1c06790f2e27296f" providerId="LiveId" clId="{BB2C4EF1-220E-4960-8396-B38AC9036D17}" dt="2026-08-17T06:39:38.054" v="1458" actId="478"/>
          <ac:spMkLst>
            <pc:docMk/>
            <pc:sldMk cId="4000024707" sldId="261"/>
            <ac:spMk id="49" creationId="{D96FEA68-3EA5-835E-61E8-0A33CB198842}"/>
          </ac:spMkLst>
        </pc:spChg>
        <pc:spChg chg="add del mod">
          <ac:chgData name="Jason Cruz" userId="1c06790f2e27296f" providerId="LiveId" clId="{BB2C4EF1-220E-4960-8396-B38AC9036D17}" dt="2026-08-17T06:39:36.810" v="1457" actId="478"/>
          <ac:spMkLst>
            <pc:docMk/>
            <pc:sldMk cId="4000024707" sldId="261"/>
            <ac:spMk id="51" creationId="{80050115-B313-5942-FBF8-CD97E7F68067}"/>
          </ac:spMkLst>
        </pc:spChg>
        <pc:spChg chg="add mod">
          <ac:chgData name="Jason Cruz" userId="1c06790f2e27296f" providerId="LiveId" clId="{BB2C4EF1-220E-4960-8396-B38AC9036D17}" dt="2026-08-17T06:45:33.713" v="2159" actId="20577"/>
          <ac:spMkLst>
            <pc:docMk/>
            <pc:sldMk cId="4000024707" sldId="261"/>
            <ac:spMk id="53" creationId="{7D1A69B2-F1BB-0BAD-3F18-938F26A84A52}"/>
          </ac:spMkLst>
        </pc:spChg>
        <pc:spChg chg="mod">
          <ac:chgData name="Jason Cruz" userId="1c06790f2e27296f" providerId="LiveId" clId="{BB2C4EF1-220E-4960-8396-B38AC9036D17}" dt="2026-08-17T06:40:29.198" v="1611" actId="1076"/>
          <ac:spMkLst>
            <pc:docMk/>
            <pc:sldMk cId="4000024707" sldId="261"/>
            <ac:spMk id="58" creationId="{1BE446E9-3380-44FB-855A-3E84E47BAE0E}"/>
          </ac:spMkLst>
        </pc:spChg>
        <pc:spChg chg="mod">
          <ac:chgData name="Jason Cruz" userId="1c06790f2e27296f" providerId="LiveId" clId="{BB2C4EF1-220E-4960-8396-B38AC9036D17}" dt="2026-08-17T06:39:19.436" v="1453" actId="1076"/>
          <ac:spMkLst>
            <pc:docMk/>
            <pc:sldMk cId="4000024707" sldId="261"/>
            <ac:spMk id="60" creationId="{FC7F4136-7E4B-7F4D-8622-BBC5C26B7DE8}"/>
          </ac:spMkLst>
        </pc:spChg>
        <pc:spChg chg="mod">
          <ac:chgData name="Jason Cruz" userId="1c06790f2e27296f" providerId="LiveId" clId="{BB2C4EF1-220E-4960-8396-B38AC9036D17}" dt="2026-08-17T06:42:59.078" v="1884" actId="20577"/>
          <ac:spMkLst>
            <pc:docMk/>
            <pc:sldMk cId="4000024707" sldId="261"/>
            <ac:spMk id="64" creationId="{B00F2EDB-1991-F08F-B22F-285EE20190C4}"/>
          </ac:spMkLst>
        </pc:spChg>
      </pc:sldChg>
      <pc:sldChg chg="modSp add mod">
        <pc:chgData name="Jason Cruz" userId="1c06790f2e27296f" providerId="LiveId" clId="{BB2C4EF1-220E-4960-8396-B38AC9036D17}" dt="2026-08-17T06:56:07.675" v="3110" actId="20577"/>
        <pc:sldMkLst>
          <pc:docMk/>
          <pc:sldMk cId="303983923" sldId="262"/>
        </pc:sldMkLst>
        <pc:spChg chg="mod">
          <ac:chgData name="Jason Cruz" userId="1c06790f2e27296f" providerId="LiveId" clId="{BB2C4EF1-220E-4960-8396-B38AC9036D17}" dt="2026-08-17T06:29:52.962" v="641" actId="20577"/>
          <ac:spMkLst>
            <pc:docMk/>
            <pc:sldMk cId="303983923" sldId="262"/>
            <ac:spMk id="26" creationId="{FB192137-7801-6F9C-9268-39197AC0E843}"/>
          </ac:spMkLst>
        </pc:spChg>
        <pc:spChg chg="mod">
          <ac:chgData name="Jason Cruz" userId="1c06790f2e27296f" providerId="LiveId" clId="{BB2C4EF1-220E-4960-8396-B38AC9036D17}" dt="2026-08-17T06:46:14.662" v="2174" actId="20577"/>
          <ac:spMkLst>
            <pc:docMk/>
            <pc:sldMk cId="303983923" sldId="262"/>
            <ac:spMk id="32" creationId="{7391D72E-8BC3-C3B8-40AA-21D786A7994F}"/>
          </ac:spMkLst>
        </pc:spChg>
        <pc:spChg chg="mod">
          <ac:chgData name="Jason Cruz" userId="1c06790f2e27296f" providerId="LiveId" clId="{BB2C4EF1-220E-4960-8396-B38AC9036D17}" dt="2026-08-17T06:47:59.807" v="2419" actId="1076"/>
          <ac:spMkLst>
            <pc:docMk/>
            <pc:sldMk cId="303983923" sldId="262"/>
            <ac:spMk id="33" creationId="{6B720986-E180-0AB0-9165-ECC51FBEB1FF}"/>
          </ac:spMkLst>
        </pc:spChg>
        <pc:spChg chg="mod">
          <ac:chgData name="Jason Cruz" userId="1c06790f2e27296f" providerId="LiveId" clId="{BB2C4EF1-220E-4960-8396-B38AC9036D17}" dt="2026-08-17T06:46:20.886" v="2194" actId="20577"/>
          <ac:spMkLst>
            <pc:docMk/>
            <pc:sldMk cId="303983923" sldId="262"/>
            <ac:spMk id="37" creationId="{8C09DC2A-7FEC-2E11-DAED-EC0BD38F386E}"/>
          </ac:spMkLst>
        </pc:spChg>
        <pc:spChg chg="mod">
          <ac:chgData name="Jason Cruz" userId="1c06790f2e27296f" providerId="LiveId" clId="{BB2C4EF1-220E-4960-8396-B38AC9036D17}" dt="2026-08-17T06:48:21.442" v="2469" actId="20577"/>
          <ac:spMkLst>
            <pc:docMk/>
            <pc:sldMk cId="303983923" sldId="262"/>
            <ac:spMk id="38" creationId="{6D5F193F-52A5-D3EA-AAB2-A36A0E111CAB}"/>
          </ac:spMkLst>
        </pc:spChg>
        <pc:spChg chg="mod">
          <ac:chgData name="Jason Cruz" userId="1c06790f2e27296f" providerId="LiveId" clId="{BB2C4EF1-220E-4960-8396-B38AC9036D17}" dt="2026-08-17T06:46:31.518" v="2230" actId="20577"/>
          <ac:spMkLst>
            <pc:docMk/>
            <pc:sldMk cId="303983923" sldId="262"/>
            <ac:spMk id="42" creationId="{C27CE982-EDF6-69CF-14A1-5B12F36490FD}"/>
          </ac:spMkLst>
        </pc:spChg>
        <pc:spChg chg="mod">
          <ac:chgData name="Jason Cruz" userId="1c06790f2e27296f" providerId="LiveId" clId="{BB2C4EF1-220E-4960-8396-B38AC9036D17}" dt="2026-08-17T06:50:43.879" v="2647" actId="14100"/>
          <ac:spMkLst>
            <pc:docMk/>
            <pc:sldMk cId="303983923" sldId="262"/>
            <ac:spMk id="43" creationId="{5F96F12B-201C-188A-C9A3-3CD1CE77D0A9}"/>
          </ac:spMkLst>
        </pc:spChg>
        <pc:spChg chg="mod">
          <ac:chgData name="Jason Cruz" userId="1c06790f2e27296f" providerId="LiveId" clId="{BB2C4EF1-220E-4960-8396-B38AC9036D17}" dt="2026-08-17T06:52:53.699" v="2825" actId="1076"/>
          <ac:spMkLst>
            <pc:docMk/>
            <pc:sldMk cId="303983923" sldId="262"/>
            <ac:spMk id="44" creationId="{661BB418-2AAC-77C8-DA6E-E77CCF112E4C}"/>
          </ac:spMkLst>
        </pc:spChg>
        <pc:spChg chg="mod">
          <ac:chgData name="Jason Cruz" userId="1c06790f2e27296f" providerId="LiveId" clId="{BB2C4EF1-220E-4960-8396-B38AC9036D17}" dt="2026-08-17T06:46:46.067" v="2275" actId="20577"/>
          <ac:spMkLst>
            <pc:docMk/>
            <pc:sldMk cId="303983923" sldId="262"/>
            <ac:spMk id="47" creationId="{E80E373A-E508-D168-A9B5-7365366F1FE0}"/>
          </ac:spMkLst>
        </pc:spChg>
        <pc:spChg chg="mod">
          <ac:chgData name="Jason Cruz" userId="1c06790f2e27296f" providerId="LiveId" clId="{BB2C4EF1-220E-4960-8396-B38AC9036D17}" dt="2026-08-17T06:52:58.475" v="2826" actId="1076"/>
          <ac:spMkLst>
            <pc:docMk/>
            <pc:sldMk cId="303983923" sldId="262"/>
            <ac:spMk id="48" creationId="{243B628D-ED05-9065-1C22-7D6F5AB63411}"/>
          </ac:spMkLst>
        </pc:spChg>
        <pc:spChg chg="mod">
          <ac:chgData name="Jason Cruz" userId="1c06790f2e27296f" providerId="LiveId" clId="{BB2C4EF1-220E-4960-8396-B38AC9036D17}" dt="2026-08-17T06:56:07.675" v="3110" actId="20577"/>
          <ac:spMkLst>
            <pc:docMk/>
            <pc:sldMk cId="303983923" sldId="262"/>
            <ac:spMk id="64" creationId="{136266E3-BC38-5C9C-FDAC-055066715499}"/>
          </ac:spMkLst>
        </pc:spChg>
      </pc:sldChg>
      <pc:sldChg chg="delSp modSp add mod">
        <pc:chgData name="Jason Cruz" userId="1c06790f2e27296f" providerId="LiveId" clId="{BB2C4EF1-220E-4960-8396-B38AC9036D17}" dt="2026-08-17T06:28:58.431" v="547" actId="207"/>
        <pc:sldMkLst>
          <pc:docMk/>
          <pc:sldMk cId="4199446201" sldId="263"/>
        </pc:sldMkLst>
        <pc:spChg chg="mod">
          <ac:chgData name="Jason Cruz" userId="1c06790f2e27296f" providerId="LiveId" clId="{BB2C4EF1-220E-4960-8396-B38AC9036D17}" dt="2026-08-17T06:27:28.059" v="536" actId="20577"/>
          <ac:spMkLst>
            <pc:docMk/>
            <pc:sldMk cId="4199446201" sldId="263"/>
            <ac:spMk id="26" creationId="{F1CF8E4C-6EFA-48A4-4A1A-2EA23B12A056}"/>
          </ac:spMkLst>
        </pc:spChg>
        <pc:spChg chg="del">
          <ac:chgData name="Jason Cruz" userId="1c06790f2e27296f" providerId="LiveId" clId="{BB2C4EF1-220E-4960-8396-B38AC9036D17}" dt="2026-08-17T06:27:23.277" v="526" actId="478"/>
          <ac:spMkLst>
            <pc:docMk/>
            <pc:sldMk cId="4199446201" sldId="263"/>
            <ac:spMk id="28" creationId="{7024ED6F-04F7-2707-5413-B1228FCF1D01}"/>
          </ac:spMkLst>
        </pc:spChg>
        <pc:spChg chg="del">
          <ac:chgData name="Jason Cruz" userId="1c06790f2e27296f" providerId="LiveId" clId="{BB2C4EF1-220E-4960-8396-B38AC9036D17}" dt="2026-08-17T06:27:23.277" v="526" actId="478"/>
          <ac:spMkLst>
            <pc:docMk/>
            <pc:sldMk cId="4199446201" sldId="263"/>
            <ac:spMk id="33" creationId="{1C847E3D-F987-8E2E-5766-12B8DEE9ADD7}"/>
          </ac:spMkLst>
        </pc:spChg>
        <pc:spChg chg="del">
          <ac:chgData name="Jason Cruz" userId="1c06790f2e27296f" providerId="LiveId" clId="{BB2C4EF1-220E-4960-8396-B38AC9036D17}" dt="2026-08-17T06:27:23.277" v="526" actId="478"/>
          <ac:spMkLst>
            <pc:docMk/>
            <pc:sldMk cId="4199446201" sldId="263"/>
            <ac:spMk id="37" creationId="{5B62C30D-D439-0DF2-590A-24E790AACB26}"/>
          </ac:spMkLst>
        </pc:spChg>
        <pc:spChg chg="del">
          <ac:chgData name="Jason Cruz" userId="1c06790f2e27296f" providerId="LiveId" clId="{BB2C4EF1-220E-4960-8396-B38AC9036D17}" dt="2026-08-17T06:27:23.277" v="526" actId="478"/>
          <ac:spMkLst>
            <pc:docMk/>
            <pc:sldMk cId="4199446201" sldId="263"/>
            <ac:spMk id="38" creationId="{E2DBDD2A-4484-64CD-2AA3-872220E6A498}"/>
          </ac:spMkLst>
        </pc:spChg>
        <pc:spChg chg="del">
          <ac:chgData name="Jason Cruz" userId="1c06790f2e27296f" providerId="LiveId" clId="{BB2C4EF1-220E-4960-8396-B38AC9036D17}" dt="2026-08-17T06:27:23.277" v="526" actId="478"/>
          <ac:spMkLst>
            <pc:docMk/>
            <pc:sldMk cId="4199446201" sldId="263"/>
            <ac:spMk id="39" creationId="{C207AA02-DC15-CE86-5A2D-A90F9052EAEE}"/>
          </ac:spMkLst>
        </pc:spChg>
        <pc:spChg chg="del">
          <ac:chgData name="Jason Cruz" userId="1c06790f2e27296f" providerId="LiveId" clId="{BB2C4EF1-220E-4960-8396-B38AC9036D17}" dt="2026-08-17T06:27:23.277" v="526" actId="478"/>
          <ac:spMkLst>
            <pc:docMk/>
            <pc:sldMk cId="4199446201" sldId="263"/>
            <ac:spMk id="43" creationId="{318A3413-D241-3AC8-F404-F808DFDB3229}"/>
          </ac:spMkLst>
        </pc:spChg>
        <pc:spChg chg="del">
          <ac:chgData name="Jason Cruz" userId="1c06790f2e27296f" providerId="LiveId" clId="{BB2C4EF1-220E-4960-8396-B38AC9036D17}" dt="2026-08-17T06:27:23.277" v="526" actId="478"/>
          <ac:spMkLst>
            <pc:docMk/>
            <pc:sldMk cId="4199446201" sldId="263"/>
            <ac:spMk id="44" creationId="{7BE4E8FC-1776-CC34-1449-92382F176752}"/>
          </ac:spMkLst>
        </pc:spChg>
        <pc:spChg chg="del">
          <ac:chgData name="Jason Cruz" userId="1c06790f2e27296f" providerId="LiveId" clId="{BB2C4EF1-220E-4960-8396-B38AC9036D17}" dt="2026-08-17T06:27:23.277" v="526" actId="478"/>
          <ac:spMkLst>
            <pc:docMk/>
            <pc:sldMk cId="4199446201" sldId="263"/>
            <ac:spMk id="45" creationId="{F3BB95C8-B1CC-9A66-EA3C-34B5584AA958}"/>
          </ac:spMkLst>
        </pc:spChg>
        <pc:spChg chg="del">
          <ac:chgData name="Jason Cruz" userId="1c06790f2e27296f" providerId="LiveId" clId="{BB2C4EF1-220E-4960-8396-B38AC9036D17}" dt="2026-08-17T06:27:23.277" v="526" actId="478"/>
          <ac:spMkLst>
            <pc:docMk/>
            <pc:sldMk cId="4199446201" sldId="263"/>
            <ac:spMk id="47" creationId="{A535A76D-17E4-30E9-3F04-4EB75E6DACC0}"/>
          </ac:spMkLst>
        </pc:spChg>
        <pc:spChg chg="del">
          <ac:chgData name="Jason Cruz" userId="1c06790f2e27296f" providerId="LiveId" clId="{BB2C4EF1-220E-4960-8396-B38AC9036D17}" dt="2026-08-17T06:27:23.277" v="526" actId="478"/>
          <ac:spMkLst>
            <pc:docMk/>
            <pc:sldMk cId="4199446201" sldId="263"/>
            <ac:spMk id="48" creationId="{6755C6DF-3D75-52E8-8D68-AB33A33F23BC}"/>
          </ac:spMkLst>
        </pc:spChg>
        <pc:spChg chg="mod">
          <ac:chgData name="Jason Cruz" userId="1c06790f2e27296f" providerId="LiveId" clId="{BB2C4EF1-220E-4960-8396-B38AC9036D17}" dt="2026-08-17T06:28:17.442" v="542" actId="1076"/>
          <ac:spMkLst>
            <pc:docMk/>
            <pc:sldMk cId="4199446201" sldId="263"/>
            <ac:spMk id="58" creationId="{8E0CCAB6-D628-1ECD-521F-DF2FEAF8238D}"/>
          </ac:spMkLst>
        </pc:spChg>
        <pc:spChg chg="mod">
          <ac:chgData name="Jason Cruz" userId="1c06790f2e27296f" providerId="LiveId" clId="{BB2C4EF1-220E-4960-8396-B38AC9036D17}" dt="2026-08-17T06:27:38.020" v="537" actId="1076"/>
          <ac:spMkLst>
            <pc:docMk/>
            <pc:sldMk cId="4199446201" sldId="263"/>
            <ac:spMk id="60" creationId="{7B0BA555-781C-EEFE-A228-4AAB233EE552}"/>
          </ac:spMkLst>
        </pc:spChg>
        <pc:spChg chg="mod">
          <ac:chgData name="Jason Cruz" userId="1c06790f2e27296f" providerId="LiveId" clId="{BB2C4EF1-220E-4960-8396-B38AC9036D17}" dt="2026-08-17T06:28:58.431" v="547" actId="207"/>
          <ac:spMkLst>
            <pc:docMk/>
            <pc:sldMk cId="4199446201" sldId="263"/>
            <ac:spMk id="64" creationId="{57C48B9B-2FAE-3368-ED56-030CB7DD72F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CFCC9-E28C-565B-61B5-ECF8B40F0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9EA37-2DA7-9D27-CAE2-6F7AAD668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C56042-4611-21FA-5C6C-9667E9DDA0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466336-9161-C909-A9B0-EC2A13DDF8E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70402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6C59-E5F5-6C9E-8838-B69FEAB54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CEE3B-4731-87A3-F92D-95A4BF6726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BCB07-1052-2EB3-C452-4D0A6D65FC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5DC51-9089-394A-51F7-B35F01BA5CE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2286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67636-F4D8-7C71-B0C9-07E29D812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E1B2-0473-E7E7-DAB7-C54854B8C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973A2-A7FB-74AE-7C3A-AC7593710C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5DF5CF-0209-E87F-AFBD-22AAFDE3265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88051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B7C9C-7FA8-B7D0-8092-2BD2BCB52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84B80-C31D-62D0-2D0E-428D42C953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CFA86-DC31-31F8-6F0A-6948A0E569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F677A4-C05A-CD3C-8CE9-111B1C470C5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90477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3161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74520"/>
            <a:ext cx="7863840" cy="100584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3161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8046720" cy="54864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291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571500" y="0"/>
            <a:ext cx="0" cy="5143500"/>
          </a:xfrm>
          <a:prstGeom prst="line">
            <a:avLst/>
          </a:prstGeom>
          <a:noFill/>
          <a:ln w="6350">
            <a:solidFill>
              <a:srgbClr val="2A3038"/>
            </a:solidFill>
            <a:prstDash val="solid"/>
          </a:ln>
        </p:spPr>
        <p:txBody>
          <a:bodyPr/>
          <a:lstStyle/>
          <a:p>
            <a:endParaRPr lang="en-US"/>
          </a:p>
        </p:txBody>
      </p:sp>
      <p:sp>
        <p:nvSpPr>
          <p:cNvPr id="3" name="grid line">
            <a:extLst>
              <a:ext uri="{C183D7F6-B498-43B3-948B-1728B52AA6E4}">
                <adec:decorative xmlns:adec="http://schemas.microsoft.com/office/drawing/2017/decorative" val="1"/>
              </a:ext>
            </a:extLst>
          </p:cNvPr>
          <p:cNvSpPr/>
          <p:nvPr/>
        </p:nvSpPr>
        <p:spPr>
          <a:xfrm>
            <a:off x="1143000" y="0"/>
            <a:ext cx="0" cy="5143500"/>
          </a:xfrm>
          <a:prstGeom prst="line">
            <a:avLst/>
          </a:prstGeom>
          <a:noFill/>
          <a:ln w="6350">
            <a:solidFill>
              <a:srgbClr val="2A3038"/>
            </a:solidFill>
            <a:prstDash val="solid"/>
          </a:ln>
        </p:spPr>
        <p:txBody>
          <a:bodyPr/>
          <a:lstStyle/>
          <a:p>
            <a:endParaRPr lang="en-US"/>
          </a:p>
        </p:txBody>
      </p:sp>
      <p:sp>
        <p:nvSpPr>
          <p:cNvPr id="4" name="grid line">
            <a:extLst>
              <a:ext uri="{C183D7F6-B498-43B3-948B-1728B52AA6E4}">
                <adec:decorative xmlns:adec="http://schemas.microsoft.com/office/drawing/2017/decorative" val="1"/>
              </a:ext>
            </a:extLst>
          </p:cNvPr>
          <p:cNvSpPr/>
          <p:nvPr/>
        </p:nvSpPr>
        <p:spPr>
          <a:xfrm>
            <a:off x="1714500" y="0"/>
            <a:ext cx="0" cy="5143500"/>
          </a:xfrm>
          <a:prstGeom prst="line">
            <a:avLst/>
          </a:prstGeom>
          <a:noFill/>
          <a:ln w="6350">
            <a:solidFill>
              <a:srgbClr val="2A3038"/>
            </a:solidFill>
            <a:prstDash val="solid"/>
          </a:ln>
        </p:spPr>
        <p:txBody>
          <a:bodyPr/>
          <a:lstStyle/>
          <a:p>
            <a:endParaRPr lang="en-US"/>
          </a:p>
        </p:txBody>
      </p:sp>
      <p:sp>
        <p:nvSpPr>
          <p:cNvPr id="5" name="grid line">
            <a:extLst>
              <a:ext uri="{C183D7F6-B498-43B3-948B-1728B52AA6E4}">
                <adec:decorative xmlns:adec="http://schemas.microsoft.com/office/drawing/2017/decorative" val="1"/>
              </a:ext>
            </a:extLst>
          </p:cNvPr>
          <p:cNvSpPr/>
          <p:nvPr/>
        </p:nvSpPr>
        <p:spPr>
          <a:xfrm>
            <a:off x="2286000" y="0"/>
            <a:ext cx="0" cy="5143500"/>
          </a:xfrm>
          <a:prstGeom prst="line">
            <a:avLst/>
          </a:prstGeom>
          <a:noFill/>
          <a:ln w="6350">
            <a:solidFill>
              <a:srgbClr val="2A3038"/>
            </a:solidFill>
            <a:prstDash val="solid"/>
          </a:ln>
        </p:spPr>
        <p:txBody>
          <a:bodyPr/>
          <a:lstStyle/>
          <a:p>
            <a:endParaRPr lang="en-US"/>
          </a:p>
        </p:txBody>
      </p:sp>
      <p:sp>
        <p:nvSpPr>
          <p:cNvPr id="6" name="grid line">
            <a:extLst>
              <a:ext uri="{C183D7F6-B498-43B3-948B-1728B52AA6E4}">
                <adec:decorative xmlns:adec="http://schemas.microsoft.com/office/drawing/2017/decorative" val="1"/>
              </a:ext>
            </a:extLst>
          </p:cNvPr>
          <p:cNvSpPr/>
          <p:nvPr/>
        </p:nvSpPr>
        <p:spPr>
          <a:xfrm>
            <a:off x="2857500" y="0"/>
            <a:ext cx="0" cy="5143500"/>
          </a:xfrm>
          <a:prstGeom prst="line">
            <a:avLst/>
          </a:prstGeom>
          <a:noFill/>
          <a:ln w="6350">
            <a:solidFill>
              <a:srgbClr val="2A3038"/>
            </a:solidFill>
            <a:prstDash val="solid"/>
          </a:ln>
        </p:spPr>
        <p:txBody>
          <a:bodyPr/>
          <a:lstStyle/>
          <a:p>
            <a:endParaRPr lang="en-US"/>
          </a:p>
        </p:txBody>
      </p:sp>
      <p:sp>
        <p:nvSpPr>
          <p:cNvPr id="7" name="grid line">
            <a:extLst>
              <a:ext uri="{C183D7F6-B498-43B3-948B-1728B52AA6E4}">
                <adec:decorative xmlns:adec="http://schemas.microsoft.com/office/drawing/2017/decorative" val="1"/>
              </a:ext>
            </a:extLst>
          </p:cNvPr>
          <p:cNvSpPr/>
          <p:nvPr/>
        </p:nvSpPr>
        <p:spPr>
          <a:xfrm>
            <a:off x="3429000" y="0"/>
            <a:ext cx="0" cy="5143500"/>
          </a:xfrm>
          <a:prstGeom prst="line">
            <a:avLst/>
          </a:prstGeom>
          <a:noFill/>
          <a:ln w="6350">
            <a:solidFill>
              <a:srgbClr val="2A3038"/>
            </a:solidFill>
            <a:prstDash val="solid"/>
          </a:ln>
        </p:spPr>
        <p:txBody>
          <a:bodyPr/>
          <a:lstStyle/>
          <a:p>
            <a:endParaRPr lang="en-US"/>
          </a:p>
        </p:txBody>
      </p:sp>
      <p:sp>
        <p:nvSpPr>
          <p:cNvPr id="8" name="grid line">
            <a:extLst>
              <a:ext uri="{C183D7F6-B498-43B3-948B-1728B52AA6E4}">
                <adec:decorative xmlns:adec="http://schemas.microsoft.com/office/drawing/2017/decorative" val="1"/>
              </a:ext>
            </a:extLst>
          </p:cNvPr>
          <p:cNvSpPr/>
          <p:nvPr/>
        </p:nvSpPr>
        <p:spPr>
          <a:xfrm>
            <a:off x="4000500" y="0"/>
            <a:ext cx="0" cy="5143500"/>
          </a:xfrm>
          <a:prstGeom prst="line">
            <a:avLst/>
          </a:prstGeom>
          <a:noFill/>
          <a:ln w="6350">
            <a:solidFill>
              <a:srgbClr val="2A3038"/>
            </a:solidFill>
            <a:prstDash val="solid"/>
          </a:ln>
        </p:spPr>
        <p:txBody>
          <a:bodyPr/>
          <a:lstStyle/>
          <a:p>
            <a:endParaRPr lang="en-US"/>
          </a:p>
        </p:txBody>
      </p:sp>
      <p:sp>
        <p:nvSpPr>
          <p:cNvPr id="9" name="grid line">
            <a:extLst>
              <a:ext uri="{C183D7F6-B498-43B3-948B-1728B52AA6E4}">
                <adec:decorative xmlns:adec="http://schemas.microsoft.com/office/drawing/2017/decorative" val="1"/>
              </a:ext>
            </a:extLst>
          </p:cNvPr>
          <p:cNvSpPr/>
          <p:nvPr/>
        </p:nvSpPr>
        <p:spPr>
          <a:xfrm>
            <a:off x="4572000" y="0"/>
            <a:ext cx="0" cy="5143500"/>
          </a:xfrm>
          <a:prstGeom prst="line">
            <a:avLst/>
          </a:prstGeom>
          <a:noFill/>
          <a:ln w="6350">
            <a:solidFill>
              <a:srgbClr val="2A3038"/>
            </a:solidFill>
            <a:prstDash val="solid"/>
          </a:ln>
        </p:spPr>
        <p:txBody>
          <a:bodyPr/>
          <a:lstStyle/>
          <a:p>
            <a:endParaRPr lang="en-US"/>
          </a:p>
        </p:txBody>
      </p:sp>
      <p:sp>
        <p:nvSpPr>
          <p:cNvPr id="10" name="grid line">
            <a:extLst>
              <a:ext uri="{C183D7F6-B498-43B3-948B-1728B52AA6E4}">
                <adec:decorative xmlns:adec="http://schemas.microsoft.com/office/drawing/2017/decorative" val="1"/>
              </a:ext>
            </a:extLst>
          </p:cNvPr>
          <p:cNvSpPr/>
          <p:nvPr/>
        </p:nvSpPr>
        <p:spPr>
          <a:xfrm>
            <a:off x="5143500" y="0"/>
            <a:ext cx="0" cy="5143500"/>
          </a:xfrm>
          <a:prstGeom prst="line">
            <a:avLst/>
          </a:prstGeom>
          <a:noFill/>
          <a:ln w="6350">
            <a:solidFill>
              <a:srgbClr val="2A3038"/>
            </a:solidFill>
            <a:prstDash val="solid"/>
          </a:ln>
        </p:spPr>
        <p:txBody>
          <a:bodyPr/>
          <a:lstStyle/>
          <a:p>
            <a:endParaRPr lang="en-US"/>
          </a:p>
        </p:txBody>
      </p:sp>
      <p:sp>
        <p:nvSpPr>
          <p:cNvPr id="11" name="grid line">
            <a:extLst>
              <a:ext uri="{C183D7F6-B498-43B3-948B-1728B52AA6E4}">
                <adec:decorative xmlns:adec="http://schemas.microsoft.com/office/drawing/2017/decorative" val="1"/>
              </a:ext>
            </a:extLst>
          </p:cNvPr>
          <p:cNvSpPr/>
          <p:nvPr/>
        </p:nvSpPr>
        <p:spPr>
          <a:xfrm>
            <a:off x="5715000" y="0"/>
            <a:ext cx="0" cy="5143500"/>
          </a:xfrm>
          <a:prstGeom prst="line">
            <a:avLst/>
          </a:prstGeom>
          <a:noFill/>
          <a:ln w="6350">
            <a:solidFill>
              <a:srgbClr val="2A3038"/>
            </a:solidFill>
            <a:prstDash val="solid"/>
          </a:ln>
        </p:spPr>
        <p:txBody>
          <a:bodyPr/>
          <a:lstStyle/>
          <a:p>
            <a:endParaRPr lang="en-US"/>
          </a:p>
        </p:txBody>
      </p:sp>
      <p:sp>
        <p:nvSpPr>
          <p:cNvPr id="12" name="grid line">
            <a:extLst>
              <a:ext uri="{C183D7F6-B498-43B3-948B-1728B52AA6E4}">
                <adec:decorative xmlns:adec="http://schemas.microsoft.com/office/drawing/2017/decorative" val="1"/>
              </a:ext>
            </a:extLst>
          </p:cNvPr>
          <p:cNvSpPr/>
          <p:nvPr/>
        </p:nvSpPr>
        <p:spPr>
          <a:xfrm>
            <a:off x="6286500" y="0"/>
            <a:ext cx="0" cy="5143500"/>
          </a:xfrm>
          <a:prstGeom prst="line">
            <a:avLst/>
          </a:prstGeom>
          <a:noFill/>
          <a:ln w="6350">
            <a:solidFill>
              <a:srgbClr val="2A3038"/>
            </a:solidFill>
            <a:prstDash val="solid"/>
          </a:ln>
        </p:spPr>
        <p:txBody>
          <a:bodyPr/>
          <a:lstStyle/>
          <a:p>
            <a:endParaRPr lang="en-US"/>
          </a:p>
        </p:txBody>
      </p:sp>
      <p:sp>
        <p:nvSpPr>
          <p:cNvPr id="13" name="grid line">
            <a:extLst>
              <a:ext uri="{C183D7F6-B498-43B3-948B-1728B52AA6E4}">
                <adec:decorative xmlns:adec="http://schemas.microsoft.com/office/drawing/2017/decorative" val="1"/>
              </a:ext>
            </a:extLst>
          </p:cNvPr>
          <p:cNvSpPr/>
          <p:nvPr/>
        </p:nvSpPr>
        <p:spPr>
          <a:xfrm>
            <a:off x="6858000" y="0"/>
            <a:ext cx="0" cy="5143500"/>
          </a:xfrm>
          <a:prstGeom prst="line">
            <a:avLst/>
          </a:prstGeom>
          <a:noFill/>
          <a:ln w="6350">
            <a:solidFill>
              <a:srgbClr val="2A3038"/>
            </a:solidFill>
            <a:prstDash val="solid"/>
          </a:ln>
        </p:spPr>
        <p:txBody>
          <a:bodyPr/>
          <a:lstStyle/>
          <a:p>
            <a:endParaRPr lang="en-US"/>
          </a:p>
        </p:txBody>
      </p:sp>
      <p:sp>
        <p:nvSpPr>
          <p:cNvPr id="14" name="grid line">
            <a:extLst>
              <a:ext uri="{C183D7F6-B498-43B3-948B-1728B52AA6E4}">
                <adec:decorative xmlns:adec="http://schemas.microsoft.com/office/drawing/2017/decorative" val="1"/>
              </a:ext>
            </a:extLst>
          </p:cNvPr>
          <p:cNvSpPr/>
          <p:nvPr/>
        </p:nvSpPr>
        <p:spPr>
          <a:xfrm>
            <a:off x="7429500" y="0"/>
            <a:ext cx="0" cy="5143500"/>
          </a:xfrm>
          <a:prstGeom prst="line">
            <a:avLst/>
          </a:prstGeom>
          <a:noFill/>
          <a:ln w="6350">
            <a:solidFill>
              <a:srgbClr val="2A3038"/>
            </a:solidFill>
            <a:prstDash val="solid"/>
          </a:ln>
        </p:spPr>
        <p:txBody>
          <a:bodyPr/>
          <a:lstStyle/>
          <a:p>
            <a:endParaRPr lang="en-US"/>
          </a:p>
        </p:txBody>
      </p:sp>
      <p:sp>
        <p:nvSpPr>
          <p:cNvPr id="15" name="grid line">
            <a:extLst>
              <a:ext uri="{C183D7F6-B498-43B3-948B-1728B52AA6E4}">
                <adec:decorative xmlns:adec="http://schemas.microsoft.com/office/drawing/2017/decorative" val="1"/>
              </a:ext>
            </a:extLst>
          </p:cNvPr>
          <p:cNvSpPr/>
          <p:nvPr/>
        </p:nvSpPr>
        <p:spPr>
          <a:xfrm>
            <a:off x="8001000" y="0"/>
            <a:ext cx="0" cy="5143500"/>
          </a:xfrm>
          <a:prstGeom prst="line">
            <a:avLst/>
          </a:prstGeom>
          <a:noFill/>
          <a:ln w="6350">
            <a:solidFill>
              <a:srgbClr val="2A3038"/>
            </a:solidFill>
            <a:prstDash val="solid"/>
          </a:ln>
        </p:spPr>
        <p:txBody>
          <a:bodyPr/>
          <a:lstStyle/>
          <a:p>
            <a:endParaRPr lang="en-US"/>
          </a:p>
        </p:txBody>
      </p:sp>
      <p:sp>
        <p:nvSpPr>
          <p:cNvPr id="16" name="grid line">
            <a:extLst>
              <a:ext uri="{C183D7F6-B498-43B3-948B-1728B52AA6E4}">
                <adec:decorative xmlns:adec="http://schemas.microsoft.com/office/drawing/2017/decorative" val="1"/>
              </a:ext>
            </a:extLst>
          </p:cNvPr>
          <p:cNvSpPr/>
          <p:nvPr/>
        </p:nvSpPr>
        <p:spPr>
          <a:xfrm>
            <a:off x="8572500" y="0"/>
            <a:ext cx="0" cy="5143500"/>
          </a:xfrm>
          <a:prstGeom prst="line">
            <a:avLst/>
          </a:prstGeom>
          <a:noFill/>
          <a:ln w="6350">
            <a:solidFill>
              <a:srgbClr val="2A3038"/>
            </a:solidFill>
            <a:prstDash val="solid"/>
          </a:ln>
        </p:spPr>
        <p:txBody>
          <a:bodyPr/>
          <a:lstStyle/>
          <a:p>
            <a:endParaRPr lang="en-US"/>
          </a:p>
        </p:txBody>
      </p:sp>
      <p:sp>
        <p:nvSpPr>
          <p:cNvPr id="17" name="grid line">
            <a:extLst>
              <a:ext uri="{C183D7F6-B498-43B3-948B-1728B52AA6E4}">
                <adec:decorative xmlns:adec="http://schemas.microsoft.com/office/drawing/2017/decorative" val="1"/>
              </a:ext>
            </a:extLst>
          </p:cNvPr>
          <p:cNvSpPr/>
          <p:nvPr/>
        </p:nvSpPr>
        <p:spPr>
          <a:xfrm>
            <a:off x="0" y="571500"/>
            <a:ext cx="9144000" cy="0"/>
          </a:xfrm>
          <a:prstGeom prst="line">
            <a:avLst/>
          </a:prstGeom>
          <a:noFill/>
          <a:ln w="6350">
            <a:solidFill>
              <a:srgbClr val="2A3038"/>
            </a:solidFill>
            <a:prstDash val="solid"/>
          </a:ln>
        </p:spPr>
        <p:txBody>
          <a:bodyPr/>
          <a:lstStyle/>
          <a:p>
            <a:endParaRPr lang="en-US"/>
          </a:p>
        </p:txBody>
      </p:sp>
      <p:sp>
        <p:nvSpPr>
          <p:cNvPr id="18" name="grid line">
            <a:extLst>
              <a:ext uri="{C183D7F6-B498-43B3-948B-1728B52AA6E4}">
                <adec:decorative xmlns:adec="http://schemas.microsoft.com/office/drawing/2017/decorative" val="1"/>
              </a:ext>
            </a:extLst>
          </p:cNvPr>
          <p:cNvSpPr/>
          <p:nvPr/>
        </p:nvSpPr>
        <p:spPr>
          <a:xfrm>
            <a:off x="0" y="1143000"/>
            <a:ext cx="9144000" cy="0"/>
          </a:xfrm>
          <a:prstGeom prst="line">
            <a:avLst/>
          </a:prstGeom>
          <a:noFill/>
          <a:ln w="6350">
            <a:solidFill>
              <a:srgbClr val="2A3038"/>
            </a:solidFill>
            <a:prstDash val="solid"/>
          </a:ln>
        </p:spPr>
        <p:txBody>
          <a:bodyPr/>
          <a:lstStyle/>
          <a:p>
            <a:endParaRPr lang="en-US"/>
          </a:p>
        </p:txBody>
      </p:sp>
      <p:sp>
        <p:nvSpPr>
          <p:cNvPr id="19" name="grid line">
            <a:extLst>
              <a:ext uri="{C183D7F6-B498-43B3-948B-1728B52AA6E4}">
                <adec:decorative xmlns:adec="http://schemas.microsoft.com/office/drawing/2017/decorative" val="1"/>
              </a:ext>
            </a:extLst>
          </p:cNvPr>
          <p:cNvSpPr/>
          <p:nvPr/>
        </p:nvSpPr>
        <p:spPr>
          <a:xfrm>
            <a:off x="0" y="1714500"/>
            <a:ext cx="9144000" cy="0"/>
          </a:xfrm>
          <a:prstGeom prst="line">
            <a:avLst/>
          </a:prstGeom>
          <a:noFill/>
          <a:ln w="6350">
            <a:solidFill>
              <a:srgbClr val="2A3038"/>
            </a:solidFill>
            <a:prstDash val="solid"/>
          </a:ln>
        </p:spPr>
        <p:txBody>
          <a:bodyPr/>
          <a:lstStyle/>
          <a:p>
            <a:endParaRPr lang="en-US"/>
          </a:p>
        </p:txBody>
      </p:sp>
      <p:sp>
        <p:nvSpPr>
          <p:cNvPr id="20" name="grid line">
            <a:extLst>
              <a:ext uri="{C183D7F6-B498-43B3-948B-1728B52AA6E4}">
                <adec:decorative xmlns:adec="http://schemas.microsoft.com/office/drawing/2017/decorative" val="1"/>
              </a:ext>
            </a:extLst>
          </p:cNvPr>
          <p:cNvSpPr/>
          <p:nvPr/>
        </p:nvSpPr>
        <p:spPr>
          <a:xfrm>
            <a:off x="0" y="2286000"/>
            <a:ext cx="9144000" cy="0"/>
          </a:xfrm>
          <a:prstGeom prst="line">
            <a:avLst/>
          </a:prstGeom>
          <a:noFill/>
          <a:ln w="6350">
            <a:solidFill>
              <a:srgbClr val="2A3038"/>
            </a:solidFill>
            <a:prstDash val="solid"/>
          </a:ln>
        </p:spPr>
        <p:txBody>
          <a:bodyPr/>
          <a:lstStyle/>
          <a:p>
            <a:endParaRPr lang="en-US"/>
          </a:p>
        </p:txBody>
      </p:sp>
      <p:sp>
        <p:nvSpPr>
          <p:cNvPr id="21" name="grid line">
            <a:extLst>
              <a:ext uri="{C183D7F6-B498-43B3-948B-1728B52AA6E4}">
                <adec:decorative xmlns:adec="http://schemas.microsoft.com/office/drawing/2017/decorative" val="1"/>
              </a:ext>
            </a:extLst>
          </p:cNvPr>
          <p:cNvSpPr/>
          <p:nvPr/>
        </p:nvSpPr>
        <p:spPr>
          <a:xfrm>
            <a:off x="0" y="2857500"/>
            <a:ext cx="9144000" cy="0"/>
          </a:xfrm>
          <a:prstGeom prst="line">
            <a:avLst/>
          </a:prstGeom>
          <a:noFill/>
          <a:ln w="6350">
            <a:solidFill>
              <a:srgbClr val="2A3038"/>
            </a:solidFill>
            <a:prstDash val="solid"/>
          </a:ln>
        </p:spPr>
        <p:txBody>
          <a:bodyPr/>
          <a:lstStyle/>
          <a:p>
            <a:endParaRPr lang="en-US"/>
          </a:p>
        </p:txBody>
      </p:sp>
      <p:sp>
        <p:nvSpPr>
          <p:cNvPr id="22" name="grid line">
            <a:extLst>
              <a:ext uri="{C183D7F6-B498-43B3-948B-1728B52AA6E4}">
                <adec:decorative xmlns:adec="http://schemas.microsoft.com/office/drawing/2017/decorative" val="1"/>
              </a:ext>
            </a:extLst>
          </p:cNvPr>
          <p:cNvSpPr/>
          <p:nvPr/>
        </p:nvSpPr>
        <p:spPr>
          <a:xfrm>
            <a:off x="0" y="3429000"/>
            <a:ext cx="9144000" cy="0"/>
          </a:xfrm>
          <a:prstGeom prst="line">
            <a:avLst/>
          </a:prstGeom>
          <a:noFill/>
          <a:ln w="6350">
            <a:solidFill>
              <a:srgbClr val="2A3038"/>
            </a:solidFill>
            <a:prstDash val="solid"/>
          </a:ln>
        </p:spPr>
        <p:txBody>
          <a:bodyPr/>
          <a:lstStyle/>
          <a:p>
            <a:endParaRPr lang="en-US"/>
          </a:p>
        </p:txBody>
      </p:sp>
      <p:sp>
        <p:nvSpPr>
          <p:cNvPr id="23" name="grid line">
            <a:extLst>
              <a:ext uri="{C183D7F6-B498-43B3-948B-1728B52AA6E4}">
                <adec:decorative xmlns:adec="http://schemas.microsoft.com/office/drawing/2017/decorative" val="1"/>
              </a:ext>
            </a:extLst>
          </p:cNvPr>
          <p:cNvSpPr/>
          <p:nvPr/>
        </p:nvSpPr>
        <p:spPr>
          <a:xfrm>
            <a:off x="0" y="4000500"/>
            <a:ext cx="9144000" cy="0"/>
          </a:xfrm>
          <a:prstGeom prst="line">
            <a:avLst/>
          </a:prstGeom>
          <a:noFill/>
          <a:ln w="6350">
            <a:solidFill>
              <a:srgbClr val="2A3038"/>
            </a:solidFill>
            <a:prstDash val="solid"/>
          </a:ln>
        </p:spPr>
        <p:txBody>
          <a:bodyPr/>
          <a:lstStyle/>
          <a:p>
            <a:endParaRPr lang="en-US"/>
          </a:p>
        </p:txBody>
      </p:sp>
      <p:sp>
        <p:nvSpPr>
          <p:cNvPr id="24" name="grid line">
            <a:extLst>
              <a:ext uri="{C183D7F6-B498-43B3-948B-1728B52AA6E4}">
                <adec:decorative xmlns:adec="http://schemas.microsoft.com/office/drawing/2017/decorative" val="1"/>
              </a:ext>
            </a:extLst>
          </p:cNvPr>
          <p:cNvSpPr/>
          <p:nvPr/>
        </p:nvSpPr>
        <p:spPr>
          <a:xfrm>
            <a:off x="0" y="4572000"/>
            <a:ext cx="9144000" cy="0"/>
          </a:xfrm>
          <a:prstGeom prst="line">
            <a:avLst/>
          </a:prstGeom>
          <a:noFill/>
          <a:ln w="6350">
            <a:solidFill>
              <a:srgbClr val="2A3038"/>
            </a:solidFill>
            <a:prstDash val="solid"/>
          </a:ln>
        </p:spPr>
        <p:txBody>
          <a:bodyPr/>
          <a:lstStyle/>
          <a:p>
            <a:endParaRPr lang="en-US"/>
          </a:p>
        </p:txBody>
      </p:sp>
      <p:sp>
        <p:nvSpPr>
          <p:cNvPr id="25" name="accent rule">
            <a:extLst>
              <a:ext uri="{C183D7F6-B498-43B3-948B-1728B52AA6E4}">
                <adec:decorative xmlns:adec="http://schemas.microsoft.com/office/drawing/2017/decorative" val="1"/>
              </a:ext>
            </a:extLst>
          </p:cNvPr>
          <p:cNvSpPr/>
          <p:nvPr/>
        </p:nvSpPr>
        <p:spPr>
          <a:xfrm>
            <a:off x="640080" y="1371600"/>
            <a:ext cx="1371600" cy="54864"/>
          </a:xfrm>
          <a:prstGeom prst="rect">
            <a:avLst/>
          </a:prstGeom>
          <a:solidFill>
            <a:srgbClr val="3BE081"/>
          </a:solidFill>
          <a:ln w="12700">
            <a:solidFill>
              <a:srgbClr val="333333"/>
            </a:solidFill>
            <a:prstDash val="solid"/>
          </a:ln>
        </p:spPr>
        <p:txBody>
          <a:bodyPr/>
          <a:lstStyle/>
          <a:p>
            <a:endParaRPr lang="en-US"/>
          </a:p>
        </p:txBody>
      </p:sp>
      <p:sp>
        <p:nvSpPr>
          <p:cNvPr id="26" name="Text 24"/>
          <p:cNvSpPr/>
          <p:nvPr/>
        </p:nvSpPr>
        <p:spPr>
          <a:xfrm>
            <a:off x="640080" y="1572768"/>
            <a:ext cx="7863840" cy="274320"/>
          </a:xfrm>
          <a:prstGeom prst="rect">
            <a:avLst/>
          </a:prstGeom>
          <a:noFill/>
          <a:ln/>
        </p:spPr>
        <p:txBody>
          <a:bodyPr wrap="square" lIns="0" tIns="0" rIns="0" bIns="0" rtlCol="0" anchor="ctr"/>
          <a:lstStyle/>
          <a:p>
            <a:pPr marL="0" indent="0">
              <a:buNone/>
            </a:pPr>
            <a:r>
              <a:rPr lang="en-US" sz="1100" kern="0" spc="300" dirty="0">
                <a:solidFill>
                  <a:srgbClr val="3BE081"/>
                </a:solidFill>
                <a:latin typeface="Segoe UI" pitchFamily="34" charset="0"/>
                <a:ea typeface="Segoe UI" pitchFamily="34" charset="-122"/>
                <a:cs typeface="Segoe UI" pitchFamily="34" charset="-120"/>
              </a:rPr>
              <a:t>EXECUTIVE BRIEFING</a:t>
            </a:r>
            <a:endParaRPr lang="en-US" sz="1100" dirty="0"/>
          </a:p>
        </p:txBody>
      </p:sp>
      <p:sp>
        <p:nvSpPr>
          <p:cNvPr id="27" name="Text 0"/>
          <p:cNvSpPr>
            <a:spLocks noGrp="1"/>
          </p:cNvSpPr>
          <p:nvPr>
            <p:ph type="title" idx="100" hasCustomPrompt="1"/>
          </p:nvPr>
        </p:nvSpPr>
        <p:spPr>
          <a:xfrm>
            <a:off x="640080" y="1874520"/>
            <a:ext cx="7863840" cy="1005840"/>
          </a:xfrm>
          <a:prstGeom prst="rect">
            <a:avLst/>
          </a:prstGeom>
          <a:noFill/>
          <a:ln/>
        </p:spPr>
        <p:txBody>
          <a:bodyPr wrap="square" lIns="0" tIns="0" rIns="0" bIns="0" rtlCol="0" anchor="ctr"/>
          <a:lstStyle/>
          <a:p>
            <a:pPr marL="0" indent="0">
              <a:buNone/>
            </a:pPr>
            <a:r>
              <a:rPr lang="en-US" sz="4000" b="1" dirty="0">
                <a:solidFill>
                  <a:srgbClr val="E8ECEF"/>
                </a:solidFill>
                <a:latin typeface="Segoe UI" pitchFamily="34" charset="0"/>
                <a:ea typeface="Segoe UI" pitchFamily="34" charset="-122"/>
                <a:cs typeface="Segoe UI" pitchFamily="34" charset="-120"/>
              </a:rPr>
              <a:t>Agile Presentation</a:t>
            </a:r>
            <a:endParaRPr lang="en-US" sz="4000" dirty="0"/>
          </a:p>
        </p:txBody>
      </p:sp>
      <p:sp>
        <p:nvSpPr>
          <p:cNvPr id="28" name="Text 26"/>
          <p:cNvSpPr/>
          <p:nvPr/>
        </p:nvSpPr>
        <p:spPr>
          <a:xfrm>
            <a:off x="640080" y="2926080"/>
            <a:ext cx="7315200" cy="365760"/>
          </a:xfrm>
          <a:prstGeom prst="rect">
            <a:avLst/>
          </a:prstGeom>
          <a:noFill/>
          <a:ln/>
        </p:spPr>
        <p:txBody>
          <a:bodyPr wrap="square" lIns="0" tIns="0" rIns="0" bIns="0" rtlCol="0" anchor="ctr"/>
          <a:lstStyle/>
          <a:p>
            <a:pPr marL="0" indent="0">
              <a:buNone/>
            </a:pPr>
            <a:r>
              <a:rPr lang="en-US" sz="1600" dirty="0">
                <a:solidFill>
                  <a:srgbClr val="9AA5B1"/>
                </a:solidFill>
                <a:latin typeface="Segoe UI" pitchFamily="34" charset="0"/>
                <a:ea typeface="Segoe UI" pitchFamily="34" charset="-122"/>
                <a:cs typeface="Segoe UI" pitchFamily="34" charset="-120"/>
              </a:rPr>
              <a:t>Faster decisions, earlier value, lower delivery risk</a:t>
            </a:r>
            <a:endParaRPr lang="en-US" sz="1600" dirty="0"/>
          </a:p>
        </p:txBody>
      </p:sp>
      <p:sp>
        <p:nvSpPr>
          <p:cNvPr id="29" name="rule">
            <a:extLst>
              <a:ext uri="{C183D7F6-B498-43B3-948B-1728B52AA6E4}">
                <adec:decorative xmlns:adec="http://schemas.microsoft.com/office/drawing/2017/decorative" val="1"/>
              </a:ext>
            </a:extLst>
          </p:cNvPr>
          <p:cNvSpPr/>
          <p:nvPr/>
        </p:nvSpPr>
        <p:spPr>
          <a:xfrm>
            <a:off x="640080" y="3977640"/>
            <a:ext cx="7863840" cy="0"/>
          </a:xfrm>
          <a:prstGeom prst="line">
            <a:avLst/>
          </a:prstGeom>
          <a:noFill/>
          <a:ln w="12700">
            <a:solidFill>
              <a:srgbClr val="2A3038"/>
            </a:solidFill>
            <a:prstDash val="solid"/>
          </a:ln>
        </p:spPr>
        <p:txBody>
          <a:bodyPr/>
          <a:lstStyle/>
          <a:p>
            <a:endParaRPr lang="en-US"/>
          </a:p>
        </p:txBody>
      </p:sp>
      <p:sp>
        <p:nvSpPr>
          <p:cNvPr id="30" name="Text 28"/>
          <p:cNvSpPr/>
          <p:nvPr/>
        </p:nvSpPr>
        <p:spPr>
          <a:xfrm>
            <a:off x="640080" y="4114800"/>
            <a:ext cx="5486400" cy="274320"/>
          </a:xfrm>
          <a:prstGeom prst="rect">
            <a:avLst/>
          </a:prstGeom>
          <a:noFill/>
          <a:ln/>
        </p:spPr>
        <p:txBody>
          <a:bodyPr wrap="square" lIns="0" tIns="0" rIns="0" bIns="0" rtlCol="0" anchor="ctr"/>
          <a:lstStyle/>
          <a:p>
            <a:pPr marL="0" indent="0">
              <a:buNone/>
            </a:pPr>
            <a:r>
              <a:rPr lang="en-US" sz="1100" dirty="0">
                <a:solidFill>
                  <a:srgbClr val="9AA5B1"/>
                </a:solidFill>
                <a:latin typeface="Segoe UI" pitchFamily="34" charset="0"/>
                <a:cs typeface="Segoe UI" pitchFamily="34" charset="-120"/>
              </a:rPr>
              <a:t>CS 250 Jason Cruz</a:t>
            </a:r>
            <a:endParaRPr lang="en-US" sz="1100" dirty="0"/>
          </a:p>
        </p:txBody>
      </p:sp>
      <p:sp>
        <p:nvSpPr>
          <p:cNvPr id="31" name="Text 29"/>
          <p:cNvSpPr/>
          <p:nvPr/>
        </p:nvSpPr>
        <p:spPr>
          <a:xfrm>
            <a:off x="6126480" y="4114800"/>
            <a:ext cx="2377440" cy="274320"/>
          </a:xfrm>
          <a:prstGeom prst="rect">
            <a:avLst/>
          </a:prstGeom>
          <a:noFill/>
          <a:ln/>
        </p:spPr>
        <p:txBody>
          <a:bodyPr wrap="square" lIns="0" tIns="0" rIns="0" bIns="0" rtlCol="0" anchor="ctr"/>
          <a:lstStyle/>
          <a:p>
            <a:pPr marL="0" indent="0" algn="r">
              <a:buNone/>
            </a:pPr>
            <a:r>
              <a:rPr lang="en-US" sz="1100" dirty="0">
                <a:solidFill>
                  <a:srgbClr val="E8ECEF"/>
                </a:solidFill>
                <a:latin typeface="Segoe UI" pitchFamily="34" charset="0"/>
                <a:ea typeface="Segoe UI" pitchFamily="34" charset="-122"/>
                <a:cs typeface="Segoe UI" pitchFamily="34" charset="-120"/>
              </a:rPr>
              <a:t>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rid line">
            <a:extLst>
              <a:ext uri="{C183D7F6-B498-43B3-948B-1728B52AA6E4}">
                <adec:decorative xmlns:adec="http://schemas.microsoft.com/office/drawing/2017/decorative" val="1"/>
              </a:ext>
            </a:extLst>
          </p:cNvPr>
          <p:cNvSpPr/>
          <p:nvPr/>
        </p:nvSpPr>
        <p:spPr>
          <a:xfrm>
            <a:off x="571500" y="0"/>
            <a:ext cx="0" cy="5143500"/>
          </a:xfrm>
          <a:prstGeom prst="line">
            <a:avLst/>
          </a:prstGeom>
          <a:noFill/>
          <a:ln w="6350">
            <a:solidFill>
              <a:srgbClr val="2A3038"/>
            </a:solidFill>
            <a:prstDash val="solid"/>
          </a:ln>
        </p:spPr>
        <p:txBody>
          <a:bodyPr/>
          <a:lstStyle/>
          <a:p>
            <a:endParaRPr lang="en-US"/>
          </a:p>
        </p:txBody>
      </p:sp>
      <p:sp>
        <p:nvSpPr>
          <p:cNvPr id="3" name="grid line">
            <a:extLst>
              <a:ext uri="{C183D7F6-B498-43B3-948B-1728B52AA6E4}">
                <adec:decorative xmlns:adec="http://schemas.microsoft.com/office/drawing/2017/decorative" val="1"/>
              </a:ext>
            </a:extLst>
          </p:cNvPr>
          <p:cNvSpPr/>
          <p:nvPr/>
        </p:nvSpPr>
        <p:spPr>
          <a:xfrm>
            <a:off x="1143000" y="0"/>
            <a:ext cx="0" cy="5143500"/>
          </a:xfrm>
          <a:prstGeom prst="line">
            <a:avLst/>
          </a:prstGeom>
          <a:noFill/>
          <a:ln w="6350">
            <a:solidFill>
              <a:srgbClr val="2A3038"/>
            </a:solidFill>
            <a:prstDash val="solid"/>
          </a:ln>
        </p:spPr>
        <p:txBody>
          <a:bodyPr/>
          <a:lstStyle/>
          <a:p>
            <a:endParaRPr lang="en-US"/>
          </a:p>
        </p:txBody>
      </p:sp>
      <p:sp>
        <p:nvSpPr>
          <p:cNvPr id="4" name="grid line">
            <a:extLst>
              <a:ext uri="{C183D7F6-B498-43B3-948B-1728B52AA6E4}">
                <adec:decorative xmlns:adec="http://schemas.microsoft.com/office/drawing/2017/decorative" val="1"/>
              </a:ext>
            </a:extLst>
          </p:cNvPr>
          <p:cNvSpPr/>
          <p:nvPr/>
        </p:nvSpPr>
        <p:spPr>
          <a:xfrm>
            <a:off x="1714500" y="0"/>
            <a:ext cx="0" cy="5143500"/>
          </a:xfrm>
          <a:prstGeom prst="line">
            <a:avLst/>
          </a:prstGeom>
          <a:noFill/>
          <a:ln w="6350">
            <a:solidFill>
              <a:srgbClr val="2A3038"/>
            </a:solidFill>
            <a:prstDash val="solid"/>
          </a:ln>
        </p:spPr>
        <p:txBody>
          <a:bodyPr/>
          <a:lstStyle/>
          <a:p>
            <a:endParaRPr lang="en-US"/>
          </a:p>
        </p:txBody>
      </p:sp>
      <p:sp>
        <p:nvSpPr>
          <p:cNvPr id="5" name="grid line">
            <a:extLst>
              <a:ext uri="{C183D7F6-B498-43B3-948B-1728B52AA6E4}">
                <adec:decorative xmlns:adec="http://schemas.microsoft.com/office/drawing/2017/decorative" val="1"/>
              </a:ext>
            </a:extLst>
          </p:cNvPr>
          <p:cNvSpPr/>
          <p:nvPr/>
        </p:nvSpPr>
        <p:spPr>
          <a:xfrm>
            <a:off x="2286000" y="0"/>
            <a:ext cx="0" cy="5143500"/>
          </a:xfrm>
          <a:prstGeom prst="line">
            <a:avLst/>
          </a:prstGeom>
          <a:noFill/>
          <a:ln w="6350">
            <a:solidFill>
              <a:srgbClr val="2A3038"/>
            </a:solidFill>
            <a:prstDash val="solid"/>
          </a:ln>
        </p:spPr>
        <p:txBody>
          <a:bodyPr/>
          <a:lstStyle/>
          <a:p>
            <a:endParaRPr lang="en-US"/>
          </a:p>
        </p:txBody>
      </p:sp>
      <p:sp>
        <p:nvSpPr>
          <p:cNvPr id="6" name="grid line">
            <a:extLst>
              <a:ext uri="{C183D7F6-B498-43B3-948B-1728B52AA6E4}">
                <adec:decorative xmlns:adec="http://schemas.microsoft.com/office/drawing/2017/decorative" val="1"/>
              </a:ext>
            </a:extLst>
          </p:cNvPr>
          <p:cNvSpPr/>
          <p:nvPr/>
        </p:nvSpPr>
        <p:spPr>
          <a:xfrm>
            <a:off x="2857500" y="0"/>
            <a:ext cx="0" cy="5143500"/>
          </a:xfrm>
          <a:prstGeom prst="line">
            <a:avLst/>
          </a:prstGeom>
          <a:noFill/>
          <a:ln w="6350">
            <a:solidFill>
              <a:srgbClr val="2A3038"/>
            </a:solidFill>
            <a:prstDash val="solid"/>
          </a:ln>
        </p:spPr>
        <p:txBody>
          <a:bodyPr/>
          <a:lstStyle/>
          <a:p>
            <a:endParaRPr lang="en-US"/>
          </a:p>
        </p:txBody>
      </p:sp>
      <p:sp>
        <p:nvSpPr>
          <p:cNvPr id="7" name="grid line">
            <a:extLst>
              <a:ext uri="{C183D7F6-B498-43B3-948B-1728B52AA6E4}">
                <adec:decorative xmlns:adec="http://schemas.microsoft.com/office/drawing/2017/decorative" val="1"/>
              </a:ext>
            </a:extLst>
          </p:cNvPr>
          <p:cNvSpPr/>
          <p:nvPr/>
        </p:nvSpPr>
        <p:spPr>
          <a:xfrm>
            <a:off x="3429000" y="0"/>
            <a:ext cx="0" cy="5143500"/>
          </a:xfrm>
          <a:prstGeom prst="line">
            <a:avLst/>
          </a:prstGeom>
          <a:noFill/>
          <a:ln w="6350">
            <a:solidFill>
              <a:srgbClr val="2A3038"/>
            </a:solidFill>
            <a:prstDash val="solid"/>
          </a:ln>
        </p:spPr>
        <p:txBody>
          <a:bodyPr/>
          <a:lstStyle/>
          <a:p>
            <a:endParaRPr lang="en-US"/>
          </a:p>
        </p:txBody>
      </p:sp>
      <p:sp>
        <p:nvSpPr>
          <p:cNvPr id="8" name="grid line">
            <a:extLst>
              <a:ext uri="{C183D7F6-B498-43B3-948B-1728B52AA6E4}">
                <adec:decorative xmlns:adec="http://schemas.microsoft.com/office/drawing/2017/decorative" val="1"/>
              </a:ext>
            </a:extLst>
          </p:cNvPr>
          <p:cNvSpPr/>
          <p:nvPr/>
        </p:nvSpPr>
        <p:spPr>
          <a:xfrm>
            <a:off x="4000500" y="0"/>
            <a:ext cx="0" cy="5143500"/>
          </a:xfrm>
          <a:prstGeom prst="line">
            <a:avLst/>
          </a:prstGeom>
          <a:noFill/>
          <a:ln w="6350">
            <a:solidFill>
              <a:srgbClr val="2A3038"/>
            </a:solidFill>
            <a:prstDash val="solid"/>
          </a:ln>
        </p:spPr>
        <p:txBody>
          <a:bodyPr/>
          <a:lstStyle/>
          <a:p>
            <a:endParaRPr lang="en-US"/>
          </a:p>
        </p:txBody>
      </p:sp>
      <p:sp>
        <p:nvSpPr>
          <p:cNvPr id="9" name="grid line">
            <a:extLst>
              <a:ext uri="{C183D7F6-B498-43B3-948B-1728B52AA6E4}">
                <adec:decorative xmlns:adec="http://schemas.microsoft.com/office/drawing/2017/decorative" val="1"/>
              </a:ext>
            </a:extLst>
          </p:cNvPr>
          <p:cNvSpPr/>
          <p:nvPr/>
        </p:nvSpPr>
        <p:spPr>
          <a:xfrm>
            <a:off x="4572000" y="0"/>
            <a:ext cx="0" cy="5143500"/>
          </a:xfrm>
          <a:prstGeom prst="line">
            <a:avLst/>
          </a:prstGeom>
          <a:noFill/>
          <a:ln w="6350">
            <a:solidFill>
              <a:srgbClr val="2A3038"/>
            </a:solidFill>
            <a:prstDash val="solid"/>
          </a:ln>
        </p:spPr>
        <p:txBody>
          <a:bodyPr/>
          <a:lstStyle/>
          <a:p>
            <a:endParaRPr lang="en-US"/>
          </a:p>
        </p:txBody>
      </p:sp>
      <p:sp>
        <p:nvSpPr>
          <p:cNvPr id="10" name="grid line">
            <a:extLst>
              <a:ext uri="{C183D7F6-B498-43B3-948B-1728B52AA6E4}">
                <adec:decorative xmlns:adec="http://schemas.microsoft.com/office/drawing/2017/decorative" val="1"/>
              </a:ext>
            </a:extLst>
          </p:cNvPr>
          <p:cNvSpPr/>
          <p:nvPr/>
        </p:nvSpPr>
        <p:spPr>
          <a:xfrm>
            <a:off x="5143500" y="0"/>
            <a:ext cx="0" cy="5143500"/>
          </a:xfrm>
          <a:prstGeom prst="line">
            <a:avLst/>
          </a:prstGeom>
          <a:noFill/>
          <a:ln w="6350">
            <a:solidFill>
              <a:srgbClr val="2A3038"/>
            </a:solidFill>
            <a:prstDash val="solid"/>
          </a:ln>
        </p:spPr>
        <p:txBody>
          <a:bodyPr/>
          <a:lstStyle/>
          <a:p>
            <a:endParaRPr lang="en-US"/>
          </a:p>
        </p:txBody>
      </p:sp>
      <p:sp>
        <p:nvSpPr>
          <p:cNvPr id="11" name="grid line">
            <a:extLst>
              <a:ext uri="{C183D7F6-B498-43B3-948B-1728B52AA6E4}">
                <adec:decorative xmlns:adec="http://schemas.microsoft.com/office/drawing/2017/decorative" val="1"/>
              </a:ext>
            </a:extLst>
          </p:cNvPr>
          <p:cNvSpPr/>
          <p:nvPr/>
        </p:nvSpPr>
        <p:spPr>
          <a:xfrm>
            <a:off x="5715000" y="0"/>
            <a:ext cx="0" cy="5143500"/>
          </a:xfrm>
          <a:prstGeom prst="line">
            <a:avLst/>
          </a:prstGeom>
          <a:noFill/>
          <a:ln w="6350">
            <a:solidFill>
              <a:srgbClr val="2A3038"/>
            </a:solidFill>
            <a:prstDash val="solid"/>
          </a:ln>
        </p:spPr>
        <p:txBody>
          <a:bodyPr/>
          <a:lstStyle/>
          <a:p>
            <a:endParaRPr lang="en-US"/>
          </a:p>
        </p:txBody>
      </p:sp>
      <p:sp>
        <p:nvSpPr>
          <p:cNvPr id="12" name="grid line">
            <a:extLst>
              <a:ext uri="{C183D7F6-B498-43B3-948B-1728B52AA6E4}">
                <adec:decorative xmlns:adec="http://schemas.microsoft.com/office/drawing/2017/decorative" val="1"/>
              </a:ext>
            </a:extLst>
          </p:cNvPr>
          <p:cNvSpPr/>
          <p:nvPr/>
        </p:nvSpPr>
        <p:spPr>
          <a:xfrm>
            <a:off x="6286500" y="0"/>
            <a:ext cx="0" cy="5143500"/>
          </a:xfrm>
          <a:prstGeom prst="line">
            <a:avLst/>
          </a:prstGeom>
          <a:noFill/>
          <a:ln w="6350">
            <a:solidFill>
              <a:srgbClr val="2A3038"/>
            </a:solidFill>
            <a:prstDash val="solid"/>
          </a:ln>
        </p:spPr>
        <p:txBody>
          <a:bodyPr/>
          <a:lstStyle/>
          <a:p>
            <a:endParaRPr lang="en-US"/>
          </a:p>
        </p:txBody>
      </p:sp>
      <p:sp>
        <p:nvSpPr>
          <p:cNvPr id="13" name="grid line">
            <a:extLst>
              <a:ext uri="{C183D7F6-B498-43B3-948B-1728B52AA6E4}">
                <adec:decorative xmlns:adec="http://schemas.microsoft.com/office/drawing/2017/decorative" val="1"/>
              </a:ext>
            </a:extLst>
          </p:cNvPr>
          <p:cNvSpPr/>
          <p:nvPr/>
        </p:nvSpPr>
        <p:spPr>
          <a:xfrm>
            <a:off x="6858000" y="0"/>
            <a:ext cx="0" cy="5143500"/>
          </a:xfrm>
          <a:prstGeom prst="line">
            <a:avLst/>
          </a:prstGeom>
          <a:noFill/>
          <a:ln w="6350">
            <a:solidFill>
              <a:srgbClr val="2A3038"/>
            </a:solidFill>
            <a:prstDash val="solid"/>
          </a:ln>
        </p:spPr>
        <p:txBody>
          <a:bodyPr/>
          <a:lstStyle/>
          <a:p>
            <a:endParaRPr lang="en-US"/>
          </a:p>
        </p:txBody>
      </p:sp>
      <p:sp>
        <p:nvSpPr>
          <p:cNvPr id="14" name="grid line">
            <a:extLst>
              <a:ext uri="{C183D7F6-B498-43B3-948B-1728B52AA6E4}">
                <adec:decorative xmlns:adec="http://schemas.microsoft.com/office/drawing/2017/decorative" val="1"/>
              </a:ext>
            </a:extLst>
          </p:cNvPr>
          <p:cNvSpPr/>
          <p:nvPr/>
        </p:nvSpPr>
        <p:spPr>
          <a:xfrm>
            <a:off x="7429500" y="0"/>
            <a:ext cx="0" cy="5143500"/>
          </a:xfrm>
          <a:prstGeom prst="line">
            <a:avLst/>
          </a:prstGeom>
          <a:noFill/>
          <a:ln w="6350">
            <a:solidFill>
              <a:srgbClr val="2A3038"/>
            </a:solidFill>
            <a:prstDash val="solid"/>
          </a:ln>
        </p:spPr>
        <p:txBody>
          <a:bodyPr/>
          <a:lstStyle/>
          <a:p>
            <a:endParaRPr lang="en-US"/>
          </a:p>
        </p:txBody>
      </p:sp>
      <p:sp>
        <p:nvSpPr>
          <p:cNvPr id="15" name="grid line">
            <a:extLst>
              <a:ext uri="{C183D7F6-B498-43B3-948B-1728B52AA6E4}">
                <adec:decorative xmlns:adec="http://schemas.microsoft.com/office/drawing/2017/decorative" val="1"/>
              </a:ext>
            </a:extLst>
          </p:cNvPr>
          <p:cNvSpPr/>
          <p:nvPr/>
        </p:nvSpPr>
        <p:spPr>
          <a:xfrm>
            <a:off x="8001000" y="0"/>
            <a:ext cx="0" cy="5143500"/>
          </a:xfrm>
          <a:prstGeom prst="line">
            <a:avLst/>
          </a:prstGeom>
          <a:noFill/>
          <a:ln w="6350">
            <a:solidFill>
              <a:srgbClr val="2A3038"/>
            </a:solidFill>
            <a:prstDash val="solid"/>
          </a:ln>
        </p:spPr>
        <p:txBody>
          <a:bodyPr/>
          <a:lstStyle/>
          <a:p>
            <a:endParaRPr lang="en-US"/>
          </a:p>
        </p:txBody>
      </p:sp>
      <p:sp>
        <p:nvSpPr>
          <p:cNvPr id="16" name="grid line">
            <a:extLst>
              <a:ext uri="{C183D7F6-B498-43B3-948B-1728B52AA6E4}">
                <adec:decorative xmlns:adec="http://schemas.microsoft.com/office/drawing/2017/decorative" val="1"/>
              </a:ext>
            </a:extLst>
          </p:cNvPr>
          <p:cNvSpPr/>
          <p:nvPr/>
        </p:nvSpPr>
        <p:spPr>
          <a:xfrm>
            <a:off x="8572500" y="0"/>
            <a:ext cx="0" cy="5143500"/>
          </a:xfrm>
          <a:prstGeom prst="line">
            <a:avLst/>
          </a:prstGeom>
          <a:noFill/>
          <a:ln w="6350">
            <a:solidFill>
              <a:srgbClr val="2A3038"/>
            </a:solidFill>
            <a:prstDash val="solid"/>
          </a:ln>
        </p:spPr>
        <p:txBody>
          <a:bodyPr/>
          <a:lstStyle/>
          <a:p>
            <a:endParaRPr lang="en-US"/>
          </a:p>
        </p:txBody>
      </p:sp>
      <p:sp>
        <p:nvSpPr>
          <p:cNvPr id="17" name="grid line">
            <a:extLst>
              <a:ext uri="{C183D7F6-B498-43B3-948B-1728B52AA6E4}">
                <adec:decorative xmlns:adec="http://schemas.microsoft.com/office/drawing/2017/decorative" val="1"/>
              </a:ext>
            </a:extLst>
          </p:cNvPr>
          <p:cNvSpPr/>
          <p:nvPr/>
        </p:nvSpPr>
        <p:spPr>
          <a:xfrm>
            <a:off x="0" y="571500"/>
            <a:ext cx="9144000" cy="0"/>
          </a:xfrm>
          <a:prstGeom prst="line">
            <a:avLst/>
          </a:prstGeom>
          <a:noFill/>
          <a:ln w="6350">
            <a:solidFill>
              <a:srgbClr val="2A3038"/>
            </a:solidFill>
            <a:prstDash val="solid"/>
          </a:ln>
        </p:spPr>
        <p:txBody>
          <a:bodyPr/>
          <a:lstStyle/>
          <a:p>
            <a:endParaRPr lang="en-US"/>
          </a:p>
        </p:txBody>
      </p:sp>
      <p:sp>
        <p:nvSpPr>
          <p:cNvPr id="18" name="grid line">
            <a:extLst>
              <a:ext uri="{C183D7F6-B498-43B3-948B-1728B52AA6E4}">
                <adec:decorative xmlns:adec="http://schemas.microsoft.com/office/drawing/2017/decorative" val="1"/>
              </a:ext>
            </a:extLst>
          </p:cNvPr>
          <p:cNvSpPr/>
          <p:nvPr/>
        </p:nvSpPr>
        <p:spPr>
          <a:xfrm>
            <a:off x="0" y="1143000"/>
            <a:ext cx="9144000" cy="0"/>
          </a:xfrm>
          <a:prstGeom prst="line">
            <a:avLst/>
          </a:prstGeom>
          <a:noFill/>
          <a:ln w="6350">
            <a:solidFill>
              <a:srgbClr val="2A3038"/>
            </a:solidFill>
            <a:prstDash val="solid"/>
          </a:ln>
        </p:spPr>
        <p:txBody>
          <a:bodyPr/>
          <a:lstStyle/>
          <a:p>
            <a:endParaRPr lang="en-US"/>
          </a:p>
        </p:txBody>
      </p:sp>
      <p:sp>
        <p:nvSpPr>
          <p:cNvPr id="19" name="grid line">
            <a:extLst>
              <a:ext uri="{C183D7F6-B498-43B3-948B-1728B52AA6E4}">
                <adec:decorative xmlns:adec="http://schemas.microsoft.com/office/drawing/2017/decorative" val="1"/>
              </a:ext>
            </a:extLst>
          </p:cNvPr>
          <p:cNvSpPr/>
          <p:nvPr/>
        </p:nvSpPr>
        <p:spPr>
          <a:xfrm>
            <a:off x="0" y="1714500"/>
            <a:ext cx="9144000" cy="0"/>
          </a:xfrm>
          <a:prstGeom prst="line">
            <a:avLst/>
          </a:prstGeom>
          <a:noFill/>
          <a:ln w="6350">
            <a:solidFill>
              <a:srgbClr val="2A3038"/>
            </a:solidFill>
            <a:prstDash val="solid"/>
          </a:ln>
        </p:spPr>
        <p:txBody>
          <a:bodyPr/>
          <a:lstStyle/>
          <a:p>
            <a:endParaRPr lang="en-US"/>
          </a:p>
        </p:txBody>
      </p:sp>
      <p:sp>
        <p:nvSpPr>
          <p:cNvPr id="20" name="grid line">
            <a:extLst>
              <a:ext uri="{C183D7F6-B498-43B3-948B-1728B52AA6E4}">
                <adec:decorative xmlns:adec="http://schemas.microsoft.com/office/drawing/2017/decorative" val="1"/>
              </a:ext>
            </a:extLst>
          </p:cNvPr>
          <p:cNvSpPr/>
          <p:nvPr/>
        </p:nvSpPr>
        <p:spPr>
          <a:xfrm>
            <a:off x="0" y="2286000"/>
            <a:ext cx="9144000" cy="0"/>
          </a:xfrm>
          <a:prstGeom prst="line">
            <a:avLst/>
          </a:prstGeom>
          <a:noFill/>
          <a:ln w="6350">
            <a:solidFill>
              <a:srgbClr val="2A3038"/>
            </a:solidFill>
            <a:prstDash val="solid"/>
          </a:ln>
        </p:spPr>
        <p:txBody>
          <a:bodyPr/>
          <a:lstStyle/>
          <a:p>
            <a:endParaRPr lang="en-US"/>
          </a:p>
        </p:txBody>
      </p:sp>
      <p:sp>
        <p:nvSpPr>
          <p:cNvPr id="21" name="grid line">
            <a:extLst>
              <a:ext uri="{C183D7F6-B498-43B3-948B-1728B52AA6E4}">
                <adec:decorative xmlns:adec="http://schemas.microsoft.com/office/drawing/2017/decorative" val="1"/>
              </a:ext>
            </a:extLst>
          </p:cNvPr>
          <p:cNvSpPr/>
          <p:nvPr/>
        </p:nvSpPr>
        <p:spPr>
          <a:xfrm>
            <a:off x="0" y="2857500"/>
            <a:ext cx="9144000" cy="0"/>
          </a:xfrm>
          <a:prstGeom prst="line">
            <a:avLst/>
          </a:prstGeom>
          <a:noFill/>
          <a:ln w="6350">
            <a:solidFill>
              <a:srgbClr val="2A3038"/>
            </a:solidFill>
            <a:prstDash val="solid"/>
          </a:ln>
        </p:spPr>
        <p:txBody>
          <a:bodyPr/>
          <a:lstStyle/>
          <a:p>
            <a:endParaRPr lang="en-US"/>
          </a:p>
        </p:txBody>
      </p:sp>
      <p:sp>
        <p:nvSpPr>
          <p:cNvPr id="22" name="grid line">
            <a:extLst>
              <a:ext uri="{C183D7F6-B498-43B3-948B-1728B52AA6E4}">
                <adec:decorative xmlns:adec="http://schemas.microsoft.com/office/drawing/2017/decorative" val="1"/>
              </a:ext>
            </a:extLst>
          </p:cNvPr>
          <p:cNvSpPr/>
          <p:nvPr/>
        </p:nvSpPr>
        <p:spPr>
          <a:xfrm>
            <a:off x="0" y="3429000"/>
            <a:ext cx="9144000" cy="0"/>
          </a:xfrm>
          <a:prstGeom prst="line">
            <a:avLst/>
          </a:prstGeom>
          <a:noFill/>
          <a:ln w="6350">
            <a:solidFill>
              <a:srgbClr val="2A3038"/>
            </a:solidFill>
            <a:prstDash val="solid"/>
          </a:ln>
        </p:spPr>
        <p:txBody>
          <a:bodyPr/>
          <a:lstStyle/>
          <a:p>
            <a:endParaRPr lang="en-US"/>
          </a:p>
        </p:txBody>
      </p:sp>
      <p:sp>
        <p:nvSpPr>
          <p:cNvPr id="23" name="grid line">
            <a:extLst>
              <a:ext uri="{C183D7F6-B498-43B3-948B-1728B52AA6E4}">
                <adec:decorative xmlns:adec="http://schemas.microsoft.com/office/drawing/2017/decorative" val="1"/>
              </a:ext>
            </a:extLst>
          </p:cNvPr>
          <p:cNvSpPr/>
          <p:nvPr/>
        </p:nvSpPr>
        <p:spPr>
          <a:xfrm>
            <a:off x="0" y="4000500"/>
            <a:ext cx="9144000" cy="0"/>
          </a:xfrm>
          <a:prstGeom prst="line">
            <a:avLst/>
          </a:prstGeom>
          <a:noFill/>
          <a:ln w="6350">
            <a:solidFill>
              <a:srgbClr val="2A3038"/>
            </a:solidFill>
            <a:prstDash val="solid"/>
          </a:ln>
        </p:spPr>
        <p:txBody>
          <a:bodyPr/>
          <a:lstStyle/>
          <a:p>
            <a:endParaRPr lang="en-US"/>
          </a:p>
        </p:txBody>
      </p:sp>
      <p:sp>
        <p:nvSpPr>
          <p:cNvPr id="24" name="grid line">
            <a:extLst>
              <a:ext uri="{C183D7F6-B498-43B3-948B-1728B52AA6E4}">
                <adec:decorative xmlns:adec="http://schemas.microsoft.com/office/drawing/2017/decorative" val="1"/>
              </a:ext>
            </a:extLst>
          </p:cNvPr>
          <p:cNvSpPr/>
          <p:nvPr/>
        </p:nvSpPr>
        <p:spPr>
          <a:xfrm>
            <a:off x="0" y="4572000"/>
            <a:ext cx="9144000" cy="0"/>
          </a:xfrm>
          <a:prstGeom prst="line">
            <a:avLst/>
          </a:prstGeom>
          <a:noFill/>
          <a:ln w="6350">
            <a:solidFill>
              <a:srgbClr val="2A3038"/>
            </a:solidFill>
            <a:prstDash val="solid"/>
          </a:ln>
        </p:spPr>
        <p:txBody>
          <a:bodyPr/>
          <a:lstStyle/>
          <a:p>
            <a:endParaRPr lang="en-US"/>
          </a:p>
        </p:txBody>
      </p:sp>
      <p:sp>
        <p:nvSpPr>
          <p:cNvPr id="25" name="top accent bar">
            <a:extLst>
              <a:ext uri="{C183D7F6-B498-43B3-948B-1728B52AA6E4}">
                <adec:decorative xmlns:adec="http://schemas.microsoft.com/office/drawing/2017/decorative" val="1"/>
              </a:ext>
            </a:extLst>
          </p:cNvPr>
          <p:cNvSpPr/>
          <p:nvPr/>
        </p:nvSpPr>
        <p:spPr>
          <a:xfrm>
            <a:off x="0" y="0"/>
            <a:ext cx="9144000" cy="82296"/>
          </a:xfrm>
          <a:prstGeom prst="rect">
            <a:avLst/>
          </a:prstGeom>
          <a:solidFill>
            <a:srgbClr val="3BE081"/>
          </a:solidFill>
          <a:ln w="12700">
            <a:solidFill>
              <a:srgbClr val="333333"/>
            </a:solidFill>
            <a:prstDash val="solid"/>
          </a:ln>
        </p:spPr>
        <p:txBody>
          <a:bodyPr/>
          <a:lstStyle/>
          <a:p>
            <a:endParaRPr lang="en-US"/>
          </a:p>
        </p:txBody>
      </p:sp>
      <p:sp>
        <p:nvSpPr>
          <p:cNvPr id="26" name="Text 0"/>
          <p:cNvSpPr>
            <a:spLocks noGrp="1"/>
          </p:cNvSpPr>
          <p:nvPr>
            <p:ph type="title" idx="100" hasCustomPrompt="1"/>
          </p:nvPr>
        </p:nvSpPr>
        <p:spPr>
          <a:xfrm>
            <a:off x="548640" y="384048"/>
            <a:ext cx="8046720" cy="548640"/>
          </a:xfrm>
          <a:prstGeom prst="rect">
            <a:avLst/>
          </a:prstGeom>
          <a:noFill/>
          <a:ln/>
        </p:spPr>
        <p:txBody>
          <a:bodyPr wrap="square" lIns="0" tIns="0" rIns="0" bIns="0" rtlCol="0" anchor="ctr"/>
          <a:lstStyle/>
          <a:p>
            <a:r>
              <a:rPr lang="en-US" sz="2600" b="1" dirty="0">
                <a:solidFill>
                  <a:srgbClr val="E8ECEF"/>
                </a:solidFill>
                <a:latin typeface="Segoe UI" pitchFamily="34" charset="0"/>
                <a:ea typeface="Segoe UI" pitchFamily="34" charset="-122"/>
                <a:cs typeface="Segoe UI" pitchFamily="34" charset="-120"/>
              </a:rPr>
              <a:t>Explaining Agile Roles</a:t>
            </a:r>
            <a:endParaRPr lang="en-US" sz="2600" dirty="0"/>
          </a:p>
        </p:txBody>
      </p:sp>
      <p:sp>
        <p:nvSpPr>
          <p:cNvPr id="28" name="rule">
            <a:extLst>
              <a:ext uri="{C183D7F6-B498-43B3-948B-1728B52AA6E4}">
                <adec:decorative xmlns:adec="http://schemas.microsoft.com/office/drawing/2017/decorative" val="1"/>
              </a:ext>
            </a:extLst>
          </p:cNvPr>
          <p:cNvSpPr/>
          <p:nvPr/>
        </p:nvSpPr>
        <p:spPr>
          <a:xfrm>
            <a:off x="548640" y="1298448"/>
            <a:ext cx="8046720" cy="0"/>
          </a:xfrm>
          <a:prstGeom prst="line">
            <a:avLst/>
          </a:prstGeom>
          <a:noFill/>
          <a:ln w="12700">
            <a:solidFill>
              <a:srgbClr val="2A3038"/>
            </a:solidFill>
            <a:prstDash val="solid"/>
          </a:ln>
        </p:spPr>
        <p:txBody>
          <a:bodyPr/>
          <a:lstStyle/>
          <a:p>
            <a:endParaRPr lang="en-US"/>
          </a:p>
        </p:txBody>
      </p:sp>
      <p:sp>
        <p:nvSpPr>
          <p:cNvPr id="29" name="step panel">
            <a:extLst>
              <a:ext uri="{C183D7F6-B498-43B3-948B-1728B52AA6E4}">
                <adec:decorative xmlns:adec="http://schemas.microsoft.com/office/drawing/2017/decorative" val="1"/>
              </a:ext>
            </a:extLst>
          </p:cNvPr>
          <p:cNvSpPr/>
          <p:nvPr/>
        </p:nvSpPr>
        <p:spPr>
          <a:xfrm>
            <a:off x="505894" y="1005841"/>
            <a:ext cx="1481328" cy="2551172"/>
          </a:xfrm>
          <a:prstGeom prst="rect">
            <a:avLst/>
          </a:prstGeom>
          <a:solidFill>
            <a:srgbClr val="1B1F25"/>
          </a:solidFill>
          <a:ln w="12700">
            <a:solidFill>
              <a:srgbClr val="2A3038"/>
            </a:solidFill>
            <a:prstDash val="solid"/>
          </a:ln>
        </p:spPr>
        <p:txBody>
          <a:bodyPr/>
          <a:lstStyle/>
          <a:p>
            <a:endParaRPr lang="en-US"/>
          </a:p>
        </p:txBody>
      </p:sp>
      <p:sp>
        <p:nvSpPr>
          <p:cNvPr id="30" name="step accent">
            <a:extLst>
              <a:ext uri="{C183D7F6-B498-43B3-948B-1728B52AA6E4}">
                <adec:decorative xmlns:adec="http://schemas.microsoft.com/office/drawing/2017/decorative" val="1"/>
              </a:ext>
            </a:extLst>
          </p:cNvPr>
          <p:cNvSpPr/>
          <p:nvPr/>
        </p:nvSpPr>
        <p:spPr>
          <a:xfrm>
            <a:off x="522546" y="1005841"/>
            <a:ext cx="1481328" cy="54864"/>
          </a:xfrm>
          <a:prstGeom prst="rect">
            <a:avLst/>
          </a:prstGeom>
          <a:solidFill>
            <a:srgbClr val="3BE081"/>
          </a:solidFill>
          <a:ln w="12700">
            <a:solidFill>
              <a:srgbClr val="333333"/>
            </a:solidFill>
            <a:prstDash val="solid"/>
          </a:ln>
        </p:spPr>
        <p:txBody>
          <a:bodyPr/>
          <a:lstStyle/>
          <a:p>
            <a:endParaRPr lang="en-US"/>
          </a:p>
        </p:txBody>
      </p:sp>
      <p:sp>
        <p:nvSpPr>
          <p:cNvPr id="32" name="Text 30"/>
          <p:cNvSpPr/>
          <p:nvPr/>
        </p:nvSpPr>
        <p:spPr>
          <a:xfrm>
            <a:off x="668850" y="1481329"/>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Scrum Master</a:t>
            </a:r>
            <a:endParaRPr lang="en-US" sz="1350" dirty="0"/>
          </a:p>
        </p:txBody>
      </p:sp>
      <p:sp>
        <p:nvSpPr>
          <p:cNvPr id="33" name="Text 31"/>
          <p:cNvSpPr/>
          <p:nvPr/>
        </p:nvSpPr>
        <p:spPr>
          <a:xfrm>
            <a:off x="668850" y="1792225"/>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Facilitates Events</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Removes Roadblocks</a:t>
            </a:r>
          </a:p>
        </p:txBody>
      </p:sp>
      <p:sp>
        <p:nvSpPr>
          <p:cNvPr id="34" name="step panel">
            <a:extLst>
              <a:ext uri="{C183D7F6-B498-43B3-948B-1728B52AA6E4}">
                <adec:decorative xmlns:adec="http://schemas.microsoft.com/office/drawing/2017/decorative" val="1"/>
              </a:ext>
            </a:extLst>
          </p:cNvPr>
          <p:cNvSpPr/>
          <p:nvPr/>
        </p:nvSpPr>
        <p:spPr>
          <a:xfrm>
            <a:off x="2778131" y="1005840"/>
            <a:ext cx="1481328" cy="2551171"/>
          </a:xfrm>
          <a:prstGeom prst="rect">
            <a:avLst/>
          </a:prstGeom>
          <a:solidFill>
            <a:srgbClr val="1B1F25"/>
          </a:solidFill>
          <a:ln w="12700">
            <a:solidFill>
              <a:srgbClr val="2A3038"/>
            </a:solidFill>
            <a:prstDash val="solid"/>
          </a:ln>
        </p:spPr>
        <p:txBody>
          <a:bodyPr/>
          <a:lstStyle/>
          <a:p>
            <a:endParaRPr lang="en-US"/>
          </a:p>
        </p:txBody>
      </p:sp>
      <p:sp>
        <p:nvSpPr>
          <p:cNvPr id="35" name="step accent">
            <a:extLst>
              <a:ext uri="{C183D7F6-B498-43B3-948B-1728B52AA6E4}">
                <adec:decorative xmlns:adec="http://schemas.microsoft.com/office/drawing/2017/decorative" val="1"/>
              </a:ext>
            </a:extLst>
          </p:cNvPr>
          <p:cNvSpPr/>
          <p:nvPr/>
        </p:nvSpPr>
        <p:spPr>
          <a:xfrm>
            <a:off x="2794783" y="1005841"/>
            <a:ext cx="1481328" cy="54864"/>
          </a:xfrm>
          <a:prstGeom prst="rect">
            <a:avLst/>
          </a:prstGeom>
          <a:solidFill>
            <a:srgbClr val="3BE081"/>
          </a:solidFill>
          <a:ln w="12700">
            <a:solidFill>
              <a:srgbClr val="333333"/>
            </a:solidFill>
            <a:prstDash val="solid"/>
          </a:ln>
        </p:spPr>
        <p:txBody>
          <a:bodyPr/>
          <a:lstStyle/>
          <a:p>
            <a:endParaRPr lang="en-US"/>
          </a:p>
        </p:txBody>
      </p:sp>
      <p:sp>
        <p:nvSpPr>
          <p:cNvPr id="37" name="Text 35"/>
          <p:cNvSpPr/>
          <p:nvPr/>
        </p:nvSpPr>
        <p:spPr>
          <a:xfrm>
            <a:off x="2941087" y="1481329"/>
            <a:ext cx="1188720" cy="274320"/>
          </a:xfrm>
          <a:prstGeom prst="rect">
            <a:avLst/>
          </a:prstGeom>
          <a:noFill/>
          <a:ln/>
        </p:spPr>
        <p:txBody>
          <a:bodyPr wrap="square" lIns="0" tIns="0" rIns="0" bIns="0" rtlCol="0" anchor="ctr"/>
          <a:lstStyle/>
          <a:p>
            <a:pPr marL="0" indent="0">
              <a:buNone/>
            </a:pPr>
            <a:r>
              <a:rPr lang="en-US" sz="1300" b="1" dirty="0">
                <a:solidFill>
                  <a:srgbClr val="E8ECEF"/>
                </a:solidFill>
                <a:latin typeface="Segoe UI" pitchFamily="34" charset="0"/>
                <a:ea typeface="Segoe UI" pitchFamily="34" charset="-122"/>
                <a:cs typeface="Segoe UI" pitchFamily="34" charset="-120"/>
              </a:rPr>
              <a:t>Product Owner</a:t>
            </a:r>
            <a:endParaRPr lang="en-US" sz="1300" dirty="0"/>
          </a:p>
        </p:txBody>
      </p:sp>
      <p:sp>
        <p:nvSpPr>
          <p:cNvPr id="38" name="Text 36"/>
          <p:cNvSpPr/>
          <p:nvPr/>
        </p:nvSpPr>
        <p:spPr>
          <a:xfrm>
            <a:off x="2907153" y="2087117"/>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Owns the Product Backlog</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Sets acceptance Criteria</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Has the clients complete product vision</a:t>
            </a:r>
            <a:endParaRPr lang="en-US" sz="1000" dirty="0"/>
          </a:p>
        </p:txBody>
      </p:sp>
      <p:sp>
        <p:nvSpPr>
          <p:cNvPr id="39" name="step panel">
            <a:extLst>
              <a:ext uri="{C183D7F6-B498-43B3-948B-1728B52AA6E4}">
                <adec:decorative xmlns:adec="http://schemas.microsoft.com/office/drawing/2017/decorative" val="1"/>
              </a:ext>
            </a:extLst>
          </p:cNvPr>
          <p:cNvSpPr/>
          <p:nvPr/>
        </p:nvSpPr>
        <p:spPr>
          <a:xfrm>
            <a:off x="4867890" y="1028619"/>
            <a:ext cx="1481328" cy="2583180"/>
          </a:xfrm>
          <a:prstGeom prst="rect">
            <a:avLst/>
          </a:prstGeom>
          <a:solidFill>
            <a:srgbClr val="1B1F25"/>
          </a:solidFill>
          <a:ln w="12700">
            <a:solidFill>
              <a:srgbClr val="2A3038"/>
            </a:solidFill>
            <a:prstDash val="solid"/>
          </a:ln>
        </p:spPr>
        <p:txBody>
          <a:bodyPr/>
          <a:lstStyle/>
          <a:p>
            <a:endParaRPr lang="en-US"/>
          </a:p>
        </p:txBody>
      </p:sp>
      <p:sp>
        <p:nvSpPr>
          <p:cNvPr id="40" name="step accent">
            <a:extLst>
              <a:ext uri="{C183D7F6-B498-43B3-948B-1728B52AA6E4}">
                <adec:decorative xmlns:adec="http://schemas.microsoft.com/office/drawing/2017/decorative" val="1"/>
              </a:ext>
            </a:extLst>
          </p:cNvPr>
          <p:cNvSpPr/>
          <p:nvPr/>
        </p:nvSpPr>
        <p:spPr>
          <a:xfrm>
            <a:off x="4884542" y="1028619"/>
            <a:ext cx="1481328" cy="54864"/>
          </a:xfrm>
          <a:prstGeom prst="rect">
            <a:avLst/>
          </a:prstGeom>
          <a:solidFill>
            <a:srgbClr val="3BE081"/>
          </a:solidFill>
          <a:ln w="12700">
            <a:solidFill>
              <a:srgbClr val="333333"/>
            </a:solidFill>
            <a:prstDash val="solid"/>
          </a:ln>
        </p:spPr>
        <p:txBody>
          <a:bodyPr/>
          <a:lstStyle/>
          <a:p>
            <a:endParaRPr lang="en-US"/>
          </a:p>
        </p:txBody>
      </p:sp>
      <p:sp>
        <p:nvSpPr>
          <p:cNvPr id="42" name="Text 40"/>
          <p:cNvSpPr/>
          <p:nvPr/>
        </p:nvSpPr>
        <p:spPr>
          <a:xfrm>
            <a:off x="5030846" y="1504107"/>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Developer</a:t>
            </a:r>
            <a:endParaRPr lang="en-US" sz="1350" dirty="0"/>
          </a:p>
        </p:txBody>
      </p:sp>
      <p:sp>
        <p:nvSpPr>
          <p:cNvPr id="43" name="Text 41"/>
          <p:cNvSpPr/>
          <p:nvPr/>
        </p:nvSpPr>
        <p:spPr>
          <a:xfrm>
            <a:off x="4999838" y="2031683"/>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In charge of the functional code each sprint</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Makes judgement calls when details are incomplete</a:t>
            </a:r>
            <a:endParaRPr lang="en-US" sz="1000" dirty="0"/>
          </a:p>
        </p:txBody>
      </p:sp>
      <p:sp>
        <p:nvSpPr>
          <p:cNvPr id="44" name="step panel">
            <a:extLst>
              <a:ext uri="{C183D7F6-B498-43B3-948B-1728B52AA6E4}">
                <adec:decorative xmlns:adec="http://schemas.microsoft.com/office/drawing/2017/decorative" val="1"/>
              </a:ext>
            </a:extLst>
          </p:cNvPr>
          <p:cNvSpPr/>
          <p:nvPr/>
        </p:nvSpPr>
        <p:spPr>
          <a:xfrm>
            <a:off x="7033391" y="1028619"/>
            <a:ext cx="1481328" cy="2551169"/>
          </a:xfrm>
          <a:prstGeom prst="rect">
            <a:avLst/>
          </a:prstGeom>
          <a:solidFill>
            <a:srgbClr val="1B1F25"/>
          </a:solidFill>
          <a:ln w="12700">
            <a:solidFill>
              <a:srgbClr val="2A3038"/>
            </a:solidFill>
            <a:prstDash val="solid"/>
          </a:ln>
        </p:spPr>
        <p:txBody>
          <a:bodyPr/>
          <a:lstStyle/>
          <a:p>
            <a:endParaRPr lang="en-US"/>
          </a:p>
        </p:txBody>
      </p:sp>
      <p:sp>
        <p:nvSpPr>
          <p:cNvPr id="45" name="step accent">
            <a:extLst>
              <a:ext uri="{C183D7F6-B498-43B3-948B-1728B52AA6E4}">
                <adec:decorative xmlns:adec="http://schemas.microsoft.com/office/drawing/2017/decorative" val="1"/>
              </a:ext>
            </a:extLst>
          </p:cNvPr>
          <p:cNvSpPr/>
          <p:nvPr/>
        </p:nvSpPr>
        <p:spPr>
          <a:xfrm>
            <a:off x="7050043" y="1028620"/>
            <a:ext cx="1481328" cy="54864"/>
          </a:xfrm>
          <a:prstGeom prst="rect">
            <a:avLst/>
          </a:prstGeom>
          <a:solidFill>
            <a:srgbClr val="3BE081"/>
          </a:solidFill>
          <a:ln w="12700">
            <a:solidFill>
              <a:srgbClr val="333333"/>
            </a:solidFill>
            <a:prstDash val="solid"/>
          </a:ln>
        </p:spPr>
        <p:txBody>
          <a:bodyPr/>
          <a:lstStyle/>
          <a:p>
            <a:endParaRPr lang="en-US"/>
          </a:p>
        </p:txBody>
      </p:sp>
      <p:sp>
        <p:nvSpPr>
          <p:cNvPr id="47" name="Text 45"/>
          <p:cNvSpPr/>
          <p:nvPr/>
        </p:nvSpPr>
        <p:spPr>
          <a:xfrm>
            <a:off x="7196347" y="1504108"/>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Tester</a:t>
            </a:r>
            <a:endParaRPr lang="en-US" sz="1350" dirty="0"/>
          </a:p>
        </p:txBody>
      </p:sp>
      <p:sp>
        <p:nvSpPr>
          <p:cNvPr id="48" name="Text 46"/>
          <p:cNvSpPr/>
          <p:nvPr/>
        </p:nvSpPr>
        <p:spPr>
          <a:xfrm>
            <a:off x="7178059" y="2098540"/>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Validates work completed against acceptance criteria</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Verifies issues are corrected before final release</a:t>
            </a:r>
            <a:endParaRPr lang="en-US" sz="1000" dirty="0"/>
          </a:p>
        </p:txBody>
      </p:sp>
      <p:sp>
        <p:nvSpPr>
          <p:cNvPr id="58" name="step panel">
            <a:extLst>
              <a:ext uri="{FF2B5EF4-FFF2-40B4-BE49-F238E27FC236}">
                <a16:creationId xmlns:a16="http://schemas.microsoft.com/office/drawing/2014/main" id="{23A288CE-BC13-1B1C-D1A3-341D45E3F51D}"/>
              </a:ext>
              <a:ext uri="{C183D7F6-B498-43B3-948B-1728B52AA6E4}">
                <adec:decorative xmlns:adec="http://schemas.microsoft.com/office/drawing/2017/decorative" val="1"/>
              </a:ext>
            </a:extLst>
          </p:cNvPr>
          <p:cNvSpPr/>
          <p:nvPr/>
        </p:nvSpPr>
        <p:spPr>
          <a:xfrm>
            <a:off x="530462" y="3767321"/>
            <a:ext cx="8042038" cy="1243592"/>
          </a:xfrm>
          <a:prstGeom prst="rect">
            <a:avLst/>
          </a:prstGeom>
          <a:solidFill>
            <a:srgbClr val="1B1F25"/>
          </a:solidFill>
          <a:ln w="12700">
            <a:solidFill>
              <a:srgbClr val="2A3038"/>
            </a:solidFill>
            <a:prstDash val="solid"/>
          </a:ln>
        </p:spPr>
        <p:txBody>
          <a:bodyPr/>
          <a:lstStyle/>
          <a:p>
            <a:endParaRPr lang="en-US" dirty="0"/>
          </a:p>
        </p:txBody>
      </p:sp>
      <p:sp>
        <p:nvSpPr>
          <p:cNvPr id="60" name="step accent">
            <a:extLst>
              <a:ext uri="{FF2B5EF4-FFF2-40B4-BE49-F238E27FC236}">
                <a16:creationId xmlns:a16="http://schemas.microsoft.com/office/drawing/2014/main" id="{7F0F9ED3-E466-2439-7786-3BFBE1C81CF0}"/>
              </a:ext>
              <a:ext uri="{C183D7F6-B498-43B3-948B-1728B52AA6E4}">
                <adec:decorative xmlns:adec="http://schemas.microsoft.com/office/drawing/2017/decorative" val="1"/>
              </a:ext>
            </a:extLst>
          </p:cNvPr>
          <p:cNvSpPr/>
          <p:nvPr/>
        </p:nvSpPr>
        <p:spPr>
          <a:xfrm>
            <a:off x="515298" y="3733034"/>
            <a:ext cx="8080061" cy="57146"/>
          </a:xfrm>
          <a:prstGeom prst="rect">
            <a:avLst/>
          </a:prstGeom>
          <a:solidFill>
            <a:srgbClr val="3BE081"/>
          </a:solidFill>
          <a:ln w="12700">
            <a:solidFill>
              <a:srgbClr val="333333"/>
            </a:solidFill>
            <a:prstDash val="solid"/>
          </a:ln>
        </p:spPr>
        <p:txBody>
          <a:bodyPr/>
          <a:lstStyle/>
          <a:p>
            <a:endParaRPr lang="en-US"/>
          </a:p>
        </p:txBody>
      </p:sp>
      <p:sp>
        <p:nvSpPr>
          <p:cNvPr id="64" name="Text 31">
            <a:extLst>
              <a:ext uri="{FF2B5EF4-FFF2-40B4-BE49-F238E27FC236}">
                <a16:creationId xmlns:a16="http://schemas.microsoft.com/office/drawing/2014/main" id="{64F64E3A-A1DC-BCFF-7725-65DBE072DEF1}"/>
              </a:ext>
            </a:extLst>
          </p:cNvPr>
          <p:cNvSpPr/>
          <p:nvPr/>
        </p:nvSpPr>
        <p:spPr>
          <a:xfrm>
            <a:off x="634317" y="3761607"/>
            <a:ext cx="7900005" cy="1243592"/>
          </a:xfrm>
          <a:prstGeom prst="rect">
            <a:avLst/>
          </a:prstGeom>
          <a:noFill/>
          <a:ln/>
        </p:spPr>
        <p:txBody>
          <a:bodyPr wrap="square" lIns="0" tIns="0" rIns="0" bIns="0" rtlCol="0" anchor="ctr"/>
          <a:lstStyle/>
          <a:p>
            <a:pPr marL="0" indent="0">
              <a:lnSpc>
                <a:spcPts val="1300"/>
              </a:lnSpc>
              <a:buNone/>
            </a:pPr>
            <a:r>
              <a:rPr lang="en-US" sz="1000" dirty="0">
                <a:solidFill>
                  <a:srgbClr val="9AA5B1"/>
                </a:solidFill>
                <a:latin typeface="Segoe UI" pitchFamily="34" charset="0"/>
                <a:cs typeface="Segoe UI" pitchFamily="34" charset="-120"/>
              </a:rPr>
              <a:t>Every role at SNHU Travel Project had a unique role for each sprint. This allowed our small team to adapt and pivot quickly without waiting for a single point of contact to keep moving. We did not have any bottlenecks because the Product Owner could reprioritize the product backlog while the Developer and Tester kept building and validating their work in parallel.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65BF-0262-6F2B-1459-BFA0FA87CD05}"/>
            </a:ext>
          </a:extLst>
        </p:cNvPr>
        <p:cNvGrpSpPr/>
        <p:nvPr/>
      </p:nvGrpSpPr>
      <p:grpSpPr>
        <a:xfrm>
          <a:off x="0" y="0"/>
          <a:ext cx="0" cy="0"/>
          <a:chOff x="0" y="0"/>
          <a:chExt cx="0" cy="0"/>
        </a:xfrm>
      </p:grpSpPr>
      <p:sp>
        <p:nvSpPr>
          <p:cNvPr id="2" name="grid line">
            <a:extLst>
              <a:ext uri="{FF2B5EF4-FFF2-40B4-BE49-F238E27FC236}">
                <a16:creationId xmlns:a16="http://schemas.microsoft.com/office/drawing/2014/main" id="{473D42F7-2DF9-B971-35E4-18255CDAFCE8}"/>
              </a:ext>
              <a:ext uri="{C183D7F6-B498-43B3-948B-1728B52AA6E4}">
                <adec:decorative xmlns:adec="http://schemas.microsoft.com/office/drawing/2017/decorative" val="1"/>
              </a:ext>
            </a:extLst>
          </p:cNvPr>
          <p:cNvSpPr/>
          <p:nvPr/>
        </p:nvSpPr>
        <p:spPr>
          <a:xfrm>
            <a:off x="571500" y="0"/>
            <a:ext cx="0" cy="5143500"/>
          </a:xfrm>
          <a:prstGeom prst="line">
            <a:avLst/>
          </a:prstGeom>
          <a:noFill/>
          <a:ln w="6350">
            <a:solidFill>
              <a:srgbClr val="2A3038"/>
            </a:solidFill>
            <a:prstDash val="solid"/>
          </a:ln>
        </p:spPr>
        <p:txBody>
          <a:bodyPr/>
          <a:lstStyle/>
          <a:p>
            <a:endParaRPr lang="en-US"/>
          </a:p>
        </p:txBody>
      </p:sp>
      <p:sp>
        <p:nvSpPr>
          <p:cNvPr id="3" name="grid line">
            <a:extLst>
              <a:ext uri="{FF2B5EF4-FFF2-40B4-BE49-F238E27FC236}">
                <a16:creationId xmlns:a16="http://schemas.microsoft.com/office/drawing/2014/main" id="{AE61669A-0525-E465-06A4-322D24A2B7CE}"/>
              </a:ext>
              <a:ext uri="{C183D7F6-B498-43B3-948B-1728B52AA6E4}">
                <adec:decorative xmlns:adec="http://schemas.microsoft.com/office/drawing/2017/decorative" val="1"/>
              </a:ext>
            </a:extLst>
          </p:cNvPr>
          <p:cNvSpPr/>
          <p:nvPr/>
        </p:nvSpPr>
        <p:spPr>
          <a:xfrm>
            <a:off x="1143000" y="0"/>
            <a:ext cx="0" cy="5143500"/>
          </a:xfrm>
          <a:prstGeom prst="line">
            <a:avLst/>
          </a:prstGeom>
          <a:noFill/>
          <a:ln w="6350">
            <a:solidFill>
              <a:srgbClr val="2A3038"/>
            </a:solidFill>
            <a:prstDash val="solid"/>
          </a:ln>
        </p:spPr>
        <p:txBody>
          <a:bodyPr/>
          <a:lstStyle/>
          <a:p>
            <a:endParaRPr lang="en-US"/>
          </a:p>
        </p:txBody>
      </p:sp>
      <p:sp>
        <p:nvSpPr>
          <p:cNvPr id="4" name="grid line">
            <a:extLst>
              <a:ext uri="{FF2B5EF4-FFF2-40B4-BE49-F238E27FC236}">
                <a16:creationId xmlns:a16="http://schemas.microsoft.com/office/drawing/2014/main" id="{612BBC76-732D-A0D1-8AC3-644F0A050E93}"/>
              </a:ext>
              <a:ext uri="{C183D7F6-B498-43B3-948B-1728B52AA6E4}">
                <adec:decorative xmlns:adec="http://schemas.microsoft.com/office/drawing/2017/decorative" val="1"/>
              </a:ext>
            </a:extLst>
          </p:cNvPr>
          <p:cNvSpPr/>
          <p:nvPr/>
        </p:nvSpPr>
        <p:spPr>
          <a:xfrm>
            <a:off x="1714500" y="0"/>
            <a:ext cx="0" cy="5143500"/>
          </a:xfrm>
          <a:prstGeom prst="line">
            <a:avLst/>
          </a:prstGeom>
          <a:noFill/>
          <a:ln w="6350">
            <a:solidFill>
              <a:srgbClr val="2A3038"/>
            </a:solidFill>
            <a:prstDash val="solid"/>
          </a:ln>
        </p:spPr>
        <p:txBody>
          <a:bodyPr/>
          <a:lstStyle/>
          <a:p>
            <a:endParaRPr lang="en-US"/>
          </a:p>
        </p:txBody>
      </p:sp>
      <p:sp>
        <p:nvSpPr>
          <p:cNvPr id="5" name="grid line">
            <a:extLst>
              <a:ext uri="{FF2B5EF4-FFF2-40B4-BE49-F238E27FC236}">
                <a16:creationId xmlns:a16="http://schemas.microsoft.com/office/drawing/2014/main" id="{4C3A9FD7-1EF6-0960-E1C9-B99EE56531F1}"/>
              </a:ext>
              <a:ext uri="{C183D7F6-B498-43B3-948B-1728B52AA6E4}">
                <adec:decorative xmlns:adec="http://schemas.microsoft.com/office/drawing/2017/decorative" val="1"/>
              </a:ext>
            </a:extLst>
          </p:cNvPr>
          <p:cNvSpPr/>
          <p:nvPr/>
        </p:nvSpPr>
        <p:spPr>
          <a:xfrm>
            <a:off x="2319453" y="148564"/>
            <a:ext cx="0" cy="5143500"/>
          </a:xfrm>
          <a:prstGeom prst="line">
            <a:avLst/>
          </a:prstGeom>
          <a:noFill/>
          <a:ln w="6350">
            <a:solidFill>
              <a:srgbClr val="2A3038"/>
            </a:solidFill>
            <a:prstDash val="solid"/>
          </a:ln>
        </p:spPr>
        <p:txBody>
          <a:bodyPr/>
          <a:lstStyle/>
          <a:p>
            <a:endParaRPr lang="en-US"/>
          </a:p>
        </p:txBody>
      </p:sp>
      <p:sp>
        <p:nvSpPr>
          <p:cNvPr id="6" name="grid line">
            <a:extLst>
              <a:ext uri="{FF2B5EF4-FFF2-40B4-BE49-F238E27FC236}">
                <a16:creationId xmlns:a16="http://schemas.microsoft.com/office/drawing/2014/main" id="{C6FC7CC6-D40D-A634-DAC1-F0237ACF09D3}"/>
              </a:ext>
              <a:ext uri="{C183D7F6-B498-43B3-948B-1728B52AA6E4}">
                <adec:decorative xmlns:adec="http://schemas.microsoft.com/office/drawing/2017/decorative" val="1"/>
              </a:ext>
            </a:extLst>
          </p:cNvPr>
          <p:cNvSpPr/>
          <p:nvPr/>
        </p:nvSpPr>
        <p:spPr>
          <a:xfrm>
            <a:off x="2857500" y="0"/>
            <a:ext cx="0" cy="5143500"/>
          </a:xfrm>
          <a:prstGeom prst="line">
            <a:avLst/>
          </a:prstGeom>
          <a:noFill/>
          <a:ln w="6350">
            <a:solidFill>
              <a:srgbClr val="2A3038"/>
            </a:solidFill>
            <a:prstDash val="solid"/>
          </a:ln>
        </p:spPr>
        <p:txBody>
          <a:bodyPr/>
          <a:lstStyle/>
          <a:p>
            <a:endParaRPr lang="en-US"/>
          </a:p>
        </p:txBody>
      </p:sp>
      <p:sp>
        <p:nvSpPr>
          <p:cNvPr id="7" name="grid line">
            <a:extLst>
              <a:ext uri="{FF2B5EF4-FFF2-40B4-BE49-F238E27FC236}">
                <a16:creationId xmlns:a16="http://schemas.microsoft.com/office/drawing/2014/main" id="{80185684-52DA-418E-973C-64E69423496F}"/>
              </a:ext>
              <a:ext uri="{C183D7F6-B498-43B3-948B-1728B52AA6E4}">
                <adec:decorative xmlns:adec="http://schemas.microsoft.com/office/drawing/2017/decorative" val="1"/>
              </a:ext>
            </a:extLst>
          </p:cNvPr>
          <p:cNvSpPr/>
          <p:nvPr/>
        </p:nvSpPr>
        <p:spPr>
          <a:xfrm>
            <a:off x="3429000" y="0"/>
            <a:ext cx="0" cy="5143500"/>
          </a:xfrm>
          <a:prstGeom prst="line">
            <a:avLst/>
          </a:prstGeom>
          <a:noFill/>
          <a:ln w="6350">
            <a:solidFill>
              <a:srgbClr val="2A3038"/>
            </a:solidFill>
            <a:prstDash val="solid"/>
          </a:ln>
        </p:spPr>
        <p:txBody>
          <a:bodyPr/>
          <a:lstStyle/>
          <a:p>
            <a:endParaRPr lang="en-US"/>
          </a:p>
        </p:txBody>
      </p:sp>
      <p:sp>
        <p:nvSpPr>
          <p:cNvPr id="8" name="grid line">
            <a:extLst>
              <a:ext uri="{FF2B5EF4-FFF2-40B4-BE49-F238E27FC236}">
                <a16:creationId xmlns:a16="http://schemas.microsoft.com/office/drawing/2014/main" id="{066492FD-B62B-E122-8A3B-6648777E68CC}"/>
              </a:ext>
              <a:ext uri="{C183D7F6-B498-43B3-948B-1728B52AA6E4}">
                <adec:decorative xmlns:adec="http://schemas.microsoft.com/office/drawing/2017/decorative" val="1"/>
              </a:ext>
            </a:extLst>
          </p:cNvPr>
          <p:cNvSpPr/>
          <p:nvPr/>
        </p:nvSpPr>
        <p:spPr>
          <a:xfrm>
            <a:off x="4000500" y="0"/>
            <a:ext cx="0" cy="5143500"/>
          </a:xfrm>
          <a:prstGeom prst="line">
            <a:avLst/>
          </a:prstGeom>
          <a:noFill/>
          <a:ln w="6350">
            <a:solidFill>
              <a:srgbClr val="2A3038"/>
            </a:solidFill>
            <a:prstDash val="solid"/>
          </a:ln>
        </p:spPr>
        <p:txBody>
          <a:bodyPr/>
          <a:lstStyle/>
          <a:p>
            <a:endParaRPr lang="en-US"/>
          </a:p>
        </p:txBody>
      </p:sp>
      <p:sp>
        <p:nvSpPr>
          <p:cNvPr id="9" name="grid line">
            <a:extLst>
              <a:ext uri="{FF2B5EF4-FFF2-40B4-BE49-F238E27FC236}">
                <a16:creationId xmlns:a16="http://schemas.microsoft.com/office/drawing/2014/main" id="{B5A7128C-BF67-F3BA-87C0-2B83C7B57381}"/>
              </a:ext>
              <a:ext uri="{C183D7F6-B498-43B3-948B-1728B52AA6E4}">
                <adec:decorative xmlns:adec="http://schemas.microsoft.com/office/drawing/2017/decorative" val="1"/>
              </a:ext>
            </a:extLst>
          </p:cNvPr>
          <p:cNvSpPr/>
          <p:nvPr/>
        </p:nvSpPr>
        <p:spPr>
          <a:xfrm>
            <a:off x="4572000" y="0"/>
            <a:ext cx="0" cy="5143500"/>
          </a:xfrm>
          <a:prstGeom prst="line">
            <a:avLst/>
          </a:prstGeom>
          <a:noFill/>
          <a:ln w="6350">
            <a:solidFill>
              <a:srgbClr val="2A3038"/>
            </a:solidFill>
            <a:prstDash val="solid"/>
          </a:ln>
        </p:spPr>
        <p:txBody>
          <a:bodyPr/>
          <a:lstStyle/>
          <a:p>
            <a:endParaRPr lang="en-US"/>
          </a:p>
        </p:txBody>
      </p:sp>
      <p:sp>
        <p:nvSpPr>
          <p:cNvPr id="10" name="grid line">
            <a:extLst>
              <a:ext uri="{FF2B5EF4-FFF2-40B4-BE49-F238E27FC236}">
                <a16:creationId xmlns:a16="http://schemas.microsoft.com/office/drawing/2014/main" id="{B5A125BA-8DF1-6A25-2713-84E12D3F613E}"/>
              </a:ext>
              <a:ext uri="{C183D7F6-B498-43B3-948B-1728B52AA6E4}">
                <adec:decorative xmlns:adec="http://schemas.microsoft.com/office/drawing/2017/decorative" val="1"/>
              </a:ext>
            </a:extLst>
          </p:cNvPr>
          <p:cNvSpPr/>
          <p:nvPr/>
        </p:nvSpPr>
        <p:spPr>
          <a:xfrm>
            <a:off x="5143500" y="0"/>
            <a:ext cx="0" cy="5143500"/>
          </a:xfrm>
          <a:prstGeom prst="line">
            <a:avLst/>
          </a:prstGeom>
          <a:noFill/>
          <a:ln w="6350">
            <a:solidFill>
              <a:srgbClr val="2A3038"/>
            </a:solidFill>
            <a:prstDash val="solid"/>
          </a:ln>
        </p:spPr>
        <p:txBody>
          <a:bodyPr/>
          <a:lstStyle/>
          <a:p>
            <a:endParaRPr lang="en-US"/>
          </a:p>
        </p:txBody>
      </p:sp>
      <p:sp>
        <p:nvSpPr>
          <p:cNvPr id="11" name="grid line">
            <a:extLst>
              <a:ext uri="{FF2B5EF4-FFF2-40B4-BE49-F238E27FC236}">
                <a16:creationId xmlns:a16="http://schemas.microsoft.com/office/drawing/2014/main" id="{DC148866-B44C-EF4F-3A55-41661A46C6B6}"/>
              </a:ext>
              <a:ext uri="{C183D7F6-B498-43B3-948B-1728B52AA6E4}">
                <adec:decorative xmlns:adec="http://schemas.microsoft.com/office/drawing/2017/decorative" val="1"/>
              </a:ext>
            </a:extLst>
          </p:cNvPr>
          <p:cNvSpPr/>
          <p:nvPr/>
        </p:nvSpPr>
        <p:spPr>
          <a:xfrm>
            <a:off x="5715000" y="0"/>
            <a:ext cx="0" cy="5143500"/>
          </a:xfrm>
          <a:prstGeom prst="line">
            <a:avLst/>
          </a:prstGeom>
          <a:noFill/>
          <a:ln w="6350">
            <a:solidFill>
              <a:srgbClr val="2A3038"/>
            </a:solidFill>
            <a:prstDash val="solid"/>
          </a:ln>
        </p:spPr>
        <p:txBody>
          <a:bodyPr/>
          <a:lstStyle/>
          <a:p>
            <a:endParaRPr lang="en-US"/>
          </a:p>
        </p:txBody>
      </p:sp>
      <p:sp>
        <p:nvSpPr>
          <p:cNvPr id="12" name="grid line">
            <a:extLst>
              <a:ext uri="{FF2B5EF4-FFF2-40B4-BE49-F238E27FC236}">
                <a16:creationId xmlns:a16="http://schemas.microsoft.com/office/drawing/2014/main" id="{0B8168A5-A9A3-CA79-6BCD-FE29339B3163}"/>
              </a:ext>
              <a:ext uri="{C183D7F6-B498-43B3-948B-1728B52AA6E4}">
                <adec:decorative xmlns:adec="http://schemas.microsoft.com/office/drawing/2017/decorative" val="1"/>
              </a:ext>
            </a:extLst>
          </p:cNvPr>
          <p:cNvSpPr/>
          <p:nvPr/>
        </p:nvSpPr>
        <p:spPr>
          <a:xfrm>
            <a:off x="6286500" y="0"/>
            <a:ext cx="0" cy="5143500"/>
          </a:xfrm>
          <a:prstGeom prst="line">
            <a:avLst/>
          </a:prstGeom>
          <a:noFill/>
          <a:ln w="6350">
            <a:solidFill>
              <a:srgbClr val="2A3038"/>
            </a:solidFill>
            <a:prstDash val="solid"/>
          </a:ln>
        </p:spPr>
        <p:txBody>
          <a:bodyPr/>
          <a:lstStyle/>
          <a:p>
            <a:endParaRPr lang="en-US"/>
          </a:p>
        </p:txBody>
      </p:sp>
      <p:sp>
        <p:nvSpPr>
          <p:cNvPr id="13" name="grid line">
            <a:extLst>
              <a:ext uri="{FF2B5EF4-FFF2-40B4-BE49-F238E27FC236}">
                <a16:creationId xmlns:a16="http://schemas.microsoft.com/office/drawing/2014/main" id="{AAAB94CE-CA5E-ED55-1490-B3EDE8939F88}"/>
              </a:ext>
              <a:ext uri="{C183D7F6-B498-43B3-948B-1728B52AA6E4}">
                <adec:decorative xmlns:adec="http://schemas.microsoft.com/office/drawing/2017/decorative" val="1"/>
              </a:ext>
            </a:extLst>
          </p:cNvPr>
          <p:cNvSpPr/>
          <p:nvPr/>
        </p:nvSpPr>
        <p:spPr>
          <a:xfrm>
            <a:off x="6858000" y="0"/>
            <a:ext cx="0" cy="5143500"/>
          </a:xfrm>
          <a:prstGeom prst="line">
            <a:avLst/>
          </a:prstGeom>
          <a:noFill/>
          <a:ln w="6350">
            <a:solidFill>
              <a:srgbClr val="2A3038"/>
            </a:solidFill>
            <a:prstDash val="solid"/>
          </a:ln>
        </p:spPr>
        <p:txBody>
          <a:bodyPr/>
          <a:lstStyle/>
          <a:p>
            <a:endParaRPr lang="en-US"/>
          </a:p>
        </p:txBody>
      </p:sp>
      <p:sp>
        <p:nvSpPr>
          <p:cNvPr id="14" name="grid line">
            <a:extLst>
              <a:ext uri="{FF2B5EF4-FFF2-40B4-BE49-F238E27FC236}">
                <a16:creationId xmlns:a16="http://schemas.microsoft.com/office/drawing/2014/main" id="{87BBD19A-688D-1892-6CAC-5F8FA4AD2D74}"/>
              </a:ext>
              <a:ext uri="{C183D7F6-B498-43B3-948B-1728B52AA6E4}">
                <adec:decorative xmlns:adec="http://schemas.microsoft.com/office/drawing/2017/decorative" val="1"/>
              </a:ext>
            </a:extLst>
          </p:cNvPr>
          <p:cNvSpPr/>
          <p:nvPr/>
        </p:nvSpPr>
        <p:spPr>
          <a:xfrm>
            <a:off x="7429500" y="0"/>
            <a:ext cx="0" cy="5143500"/>
          </a:xfrm>
          <a:prstGeom prst="line">
            <a:avLst/>
          </a:prstGeom>
          <a:noFill/>
          <a:ln w="6350">
            <a:solidFill>
              <a:srgbClr val="2A3038"/>
            </a:solidFill>
            <a:prstDash val="solid"/>
          </a:ln>
        </p:spPr>
        <p:txBody>
          <a:bodyPr/>
          <a:lstStyle/>
          <a:p>
            <a:endParaRPr lang="en-US"/>
          </a:p>
        </p:txBody>
      </p:sp>
      <p:sp>
        <p:nvSpPr>
          <p:cNvPr id="15" name="grid line">
            <a:extLst>
              <a:ext uri="{FF2B5EF4-FFF2-40B4-BE49-F238E27FC236}">
                <a16:creationId xmlns:a16="http://schemas.microsoft.com/office/drawing/2014/main" id="{DAEA9F75-93E9-C8CD-0926-C5362DC06ECB}"/>
              </a:ext>
              <a:ext uri="{C183D7F6-B498-43B3-948B-1728B52AA6E4}">
                <adec:decorative xmlns:adec="http://schemas.microsoft.com/office/drawing/2017/decorative" val="1"/>
              </a:ext>
            </a:extLst>
          </p:cNvPr>
          <p:cNvSpPr/>
          <p:nvPr/>
        </p:nvSpPr>
        <p:spPr>
          <a:xfrm>
            <a:off x="8001000" y="0"/>
            <a:ext cx="0" cy="5143500"/>
          </a:xfrm>
          <a:prstGeom prst="line">
            <a:avLst/>
          </a:prstGeom>
          <a:noFill/>
          <a:ln w="6350">
            <a:solidFill>
              <a:srgbClr val="2A3038"/>
            </a:solidFill>
            <a:prstDash val="solid"/>
          </a:ln>
        </p:spPr>
        <p:txBody>
          <a:bodyPr/>
          <a:lstStyle/>
          <a:p>
            <a:endParaRPr lang="en-US"/>
          </a:p>
        </p:txBody>
      </p:sp>
      <p:sp>
        <p:nvSpPr>
          <p:cNvPr id="16" name="grid line">
            <a:extLst>
              <a:ext uri="{FF2B5EF4-FFF2-40B4-BE49-F238E27FC236}">
                <a16:creationId xmlns:a16="http://schemas.microsoft.com/office/drawing/2014/main" id="{D6B0536B-9746-C390-F713-86E53E429222}"/>
              </a:ext>
              <a:ext uri="{C183D7F6-B498-43B3-948B-1728B52AA6E4}">
                <adec:decorative xmlns:adec="http://schemas.microsoft.com/office/drawing/2017/decorative" val="1"/>
              </a:ext>
            </a:extLst>
          </p:cNvPr>
          <p:cNvSpPr/>
          <p:nvPr/>
        </p:nvSpPr>
        <p:spPr>
          <a:xfrm>
            <a:off x="8572500" y="0"/>
            <a:ext cx="0" cy="5143500"/>
          </a:xfrm>
          <a:prstGeom prst="line">
            <a:avLst/>
          </a:prstGeom>
          <a:noFill/>
          <a:ln w="6350">
            <a:solidFill>
              <a:srgbClr val="2A3038"/>
            </a:solidFill>
            <a:prstDash val="solid"/>
          </a:ln>
        </p:spPr>
        <p:txBody>
          <a:bodyPr/>
          <a:lstStyle/>
          <a:p>
            <a:endParaRPr lang="en-US"/>
          </a:p>
        </p:txBody>
      </p:sp>
      <p:sp>
        <p:nvSpPr>
          <p:cNvPr id="17" name="grid line">
            <a:extLst>
              <a:ext uri="{FF2B5EF4-FFF2-40B4-BE49-F238E27FC236}">
                <a16:creationId xmlns:a16="http://schemas.microsoft.com/office/drawing/2014/main" id="{9741F172-D5BC-CBCB-F597-B4CA41B91C97}"/>
              </a:ext>
              <a:ext uri="{C183D7F6-B498-43B3-948B-1728B52AA6E4}">
                <adec:decorative xmlns:adec="http://schemas.microsoft.com/office/drawing/2017/decorative" val="1"/>
              </a:ext>
            </a:extLst>
          </p:cNvPr>
          <p:cNvSpPr/>
          <p:nvPr/>
        </p:nvSpPr>
        <p:spPr>
          <a:xfrm>
            <a:off x="0" y="571500"/>
            <a:ext cx="9144000" cy="0"/>
          </a:xfrm>
          <a:prstGeom prst="line">
            <a:avLst/>
          </a:prstGeom>
          <a:noFill/>
          <a:ln w="6350">
            <a:solidFill>
              <a:srgbClr val="2A3038"/>
            </a:solidFill>
            <a:prstDash val="solid"/>
          </a:ln>
        </p:spPr>
        <p:txBody>
          <a:bodyPr/>
          <a:lstStyle/>
          <a:p>
            <a:endParaRPr lang="en-US"/>
          </a:p>
        </p:txBody>
      </p:sp>
      <p:sp>
        <p:nvSpPr>
          <p:cNvPr id="18" name="grid line">
            <a:extLst>
              <a:ext uri="{FF2B5EF4-FFF2-40B4-BE49-F238E27FC236}">
                <a16:creationId xmlns:a16="http://schemas.microsoft.com/office/drawing/2014/main" id="{F66692D6-6625-802A-0CB1-2C7EA9BC7849}"/>
              </a:ext>
              <a:ext uri="{C183D7F6-B498-43B3-948B-1728B52AA6E4}">
                <adec:decorative xmlns:adec="http://schemas.microsoft.com/office/drawing/2017/decorative" val="1"/>
              </a:ext>
            </a:extLst>
          </p:cNvPr>
          <p:cNvSpPr/>
          <p:nvPr/>
        </p:nvSpPr>
        <p:spPr>
          <a:xfrm>
            <a:off x="0" y="1143000"/>
            <a:ext cx="9144000" cy="0"/>
          </a:xfrm>
          <a:prstGeom prst="line">
            <a:avLst/>
          </a:prstGeom>
          <a:noFill/>
          <a:ln w="6350">
            <a:solidFill>
              <a:srgbClr val="2A3038"/>
            </a:solidFill>
            <a:prstDash val="solid"/>
          </a:ln>
        </p:spPr>
        <p:txBody>
          <a:bodyPr/>
          <a:lstStyle/>
          <a:p>
            <a:endParaRPr lang="en-US"/>
          </a:p>
        </p:txBody>
      </p:sp>
      <p:sp>
        <p:nvSpPr>
          <p:cNvPr id="19" name="grid line">
            <a:extLst>
              <a:ext uri="{FF2B5EF4-FFF2-40B4-BE49-F238E27FC236}">
                <a16:creationId xmlns:a16="http://schemas.microsoft.com/office/drawing/2014/main" id="{791C893B-BB6C-79B0-8D09-F1EFBFFDA3ED}"/>
              </a:ext>
              <a:ext uri="{C183D7F6-B498-43B3-948B-1728B52AA6E4}">
                <adec:decorative xmlns:adec="http://schemas.microsoft.com/office/drawing/2017/decorative" val="1"/>
              </a:ext>
            </a:extLst>
          </p:cNvPr>
          <p:cNvSpPr/>
          <p:nvPr/>
        </p:nvSpPr>
        <p:spPr>
          <a:xfrm>
            <a:off x="0" y="1714500"/>
            <a:ext cx="9144000" cy="0"/>
          </a:xfrm>
          <a:prstGeom prst="line">
            <a:avLst/>
          </a:prstGeom>
          <a:noFill/>
          <a:ln w="6350">
            <a:solidFill>
              <a:srgbClr val="2A3038"/>
            </a:solidFill>
            <a:prstDash val="solid"/>
          </a:ln>
        </p:spPr>
        <p:txBody>
          <a:bodyPr/>
          <a:lstStyle/>
          <a:p>
            <a:endParaRPr lang="en-US"/>
          </a:p>
        </p:txBody>
      </p:sp>
      <p:sp>
        <p:nvSpPr>
          <p:cNvPr id="20" name="grid line">
            <a:extLst>
              <a:ext uri="{FF2B5EF4-FFF2-40B4-BE49-F238E27FC236}">
                <a16:creationId xmlns:a16="http://schemas.microsoft.com/office/drawing/2014/main" id="{C114C64B-454B-33AD-D942-12300844CFEF}"/>
              </a:ext>
              <a:ext uri="{C183D7F6-B498-43B3-948B-1728B52AA6E4}">
                <adec:decorative xmlns:adec="http://schemas.microsoft.com/office/drawing/2017/decorative" val="1"/>
              </a:ext>
            </a:extLst>
          </p:cNvPr>
          <p:cNvSpPr/>
          <p:nvPr/>
        </p:nvSpPr>
        <p:spPr>
          <a:xfrm>
            <a:off x="0" y="2286000"/>
            <a:ext cx="9144000" cy="0"/>
          </a:xfrm>
          <a:prstGeom prst="line">
            <a:avLst/>
          </a:prstGeom>
          <a:noFill/>
          <a:ln w="6350">
            <a:solidFill>
              <a:srgbClr val="2A3038"/>
            </a:solidFill>
            <a:prstDash val="solid"/>
          </a:ln>
        </p:spPr>
        <p:txBody>
          <a:bodyPr/>
          <a:lstStyle/>
          <a:p>
            <a:endParaRPr lang="en-US"/>
          </a:p>
        </p:txBody>
      </p:sp>
      <p:sp>
        <p:nvSpPr>
          <p:cNvPr id="21" name="grid line">
            <a:extLst>
              <a:ext uri="{FF2B5EF4-FFF2-40B4-BE49-F238E27FC236}">
                <a16:creationId xmlns:a16="http://schemas.microsoft.com/office/drawing/2014/main" id="{7A5B8D58-9DC7-6236-835C-EE72F990D033}"/>
              </a:ext>
              <a:ext uri="{C183D7F6-B498-43B3-948B-1728B52AA6E4}">
                <adec:decorative xmlns:adec="http://schemas.microsoft.com/office/drawing/2017/decorative" val="1"/>
              </a:ext>
            </a:extLst>
          </p:cNvPr>
          <p:cNvSpPr/>
          <p:nvPr/>
        </p:nvSpPr>
        <p:spPr>
          <a:xfrm>
            <a:off x="0" y="2857500"/>
            <a:ext cx="9144000" cy="0"/>
          </a:xfrm>
          <a:prstGeom prst="line">
            <a:avLst/>
          </a:prstGeom>
          <a:noFill/>
          <a:ln w="6350">
            <a:solidFill>
              <a:srgbClr val="2A3038"/>
            </a:solidFill>
            <a:prstDash val="solid"/>
          </a:ln>
        </p:spPr>
        <p:txBody>
          <a:bodyPr/>
          <a:lstStyle/>
          <a:p>
            <a:endParaRPr lang="en-US"/>
          </a:p>
        </p:txBody>
      </p:sp>
      <p:sp>
        <p:nvSpPr>
          <p:cNvPr id="22" name="grid line">
            <a:extLst>
              <a:ext uri="{FF2B5EF4-FFF2-40B4-BE49-F238E27FC236}">
                <a16:creationId xmlns:a16="http://schemas.microsoft.com/office/drawing/2014/main" id="{CC7A9102-0AEE-D848-C8DF-75621D1AAEB8}"/>
              </a:ext>
              <a:ext uri="{C183D7F6-B498-43B3-948B-1728B52AA6E4}">
                <adec:decorative xmlns:adec="http://schemas.microsoft.com/office/drawing/2017/decorative" val="1"/>
              </a:ext>
            </a:extLst>
          </p:cNvPr>
          <p:cNvSpPr/>
          <p:nvPr/>
        </p:nvSpPr>
        <p:spPr>
          <a:xfrm>
            <a:off x="0" y="3429000"/>
            <a:ext cx="9144000" cy="0"/>
          </a:xfrm>
          <a:prstGeom prst="line">
            <a:avLst/>
          </a:prstGeom>
          <a:noFill/>
          <a:ln w="6350">
            <a:solidFill>
              <a:srgbClr val="2A3038"/>
            </a:solidFill>
            <a:prstDash val="solid"/>
          </a:ln>
        </p:spPr>
        <p:txBody>
          <a:bodyPr/>
          <a:lstStyle/>
          <a:p>
            <a:endParaRPr lang="en-US"/>
          </a:p>
        </p:txBody>
      </p:sp>
      <p:sp>
        <p:nvSpPr>
          <p:cNvPr id="23" name="grid line">
            <a:extLst>
              <a:ext uri="{FF2B5EF4-FFF2-40B4-BE49-F238E27FC236}">
                <a16:creationId xmlns:a16="http://schemas.microsoft.com/office/drawing/2014/main" id="{C2AE03DF-D7BB-5AD0-51F7-060134027B6E}"/>
              </a:ext>
              <a:ext uri="{C183D7F6-B498-43B3-948B-1728B52AA6E4}">
                <adec:decorative xmlns:adec="http://schemas.microsoft.com/office/drawing/2017/decorative" val="1"/>
              </a:ext>
            </a:extLst>
          </p:cNvPr>
          <p:cNvSpPr/>
          <p:nvPr/>
        </p:nvSpPr>
        <p:spPr>
          <a:xfrm>
            <a:off x="0" y="4000500"/>
            <a:ext cx="9144000" cy="0"/>
          </a:xfrm>
          <a:prstGeom prst="line">
            <a:avLst/>
          </a:prstGeom>
          <a:noFill/>
          <a:ln w="6350">
            <a:solidFill>
              <a:srgbClr val="2A3038"/>
            </a:solidFill>
            <a:prstDash val="solid"/>
          </a:ln>
        </p:spPr>
        <p:txBody>
          <a:bodyPr/>
          <a:lstStyle/>
          <a:p>
            <a:endParaRPr lang="en-US"/>
          </a:p>
        </p:txBody>
      </p:sp>
      <p:sp>
        <p:nvSpPr>
          <p:cNvPr id="24" name="grid line">
            <a:extLst>
              <a:ext uri="{FF2B5EF4-FFF2-40B4-BE49-F238E27FC236}">
                <a16:creationId xmlns:a16="http://schemas.microsoft.com/office/drawing/2014/main" id="{A0848356-9804-731F-5970-D76D0E96B59E}"/>
              </a:ext>
              <a:ext uri="{C183D7F6-B498-43B3-948B-1728B52AA6E4}">
                <adec:decorative xmlns:adec="http://schemas.microsoft.com/office/drawing/2017/decorative" val="1"/>
              </a:ext>
            </a:extLst>
          </p:cNvPr>
          <p:cNvSpPr/>
          <p:nvPr/>
        </p:nvSpPr>
        <p:spPr>
          <a:xfrm>
            <a:off x="0" y="4572000"/>
            <a:ext cx="9144000" cy="0"/>
          </a:xfrm>
          <a:prstGeom prst="line">
            <a:avLst/>
          </a:prstGeom>
          <a:noFill/>
          <a:ln w="6350">
            <a:solidFill>
              <a:srgbClr val="2A3038"/>
            </a:solidFill>
            <a:prstDash val="solid"/>
          </a:ln>
        </p:spPr>
        <p:txBody>
          <a:bodyPr/>
          <a:lstStyle/>
          <a:p>
            <a:endParaRPr lang="en-US"/>
          </a:p>
        </p:txBody>
      </p:sp>
      <p:sp>
        <p:nvSpPr>
          <p:cNvPr id="25" name="top accent bar">
            <a:extLst>
              <a:ext uri="{FF2B5EF4-FFF2-40B4-BE49-F238E27FC236}">
                <a16:creationId xmlns:a16="http://schemas.microsoft.com/office/drawing/2014/main" id="{C2E2AEBB-3683-D049-B8EA-F9104A43259F}"/>
              </a:ext>
              <a:ext uri="{C183D7F6-B498-43B3-948B-1728B52AA6E4}">
                <adec:decorative xmlns:adec="http://schemas.microsoft.com/office/drawing/2017/decorative" val="1"/>
              </a:ext>
            </a:extLst>
          </p:cNvPr>
          <p:cNvSpPr/>
          <p:nvPr/>
        </p:nvSpPr>
        <p:spPr>
          <a:xfrm>
            <a:off x="0" y="0"/>
            <a:ext cx="9144000" cy="82296"/>
          </a:xfrm>
          <a:prstGeom prst="rect">
            <a:avLst/>
          </a:prstGeom>
          <a:solidFill>
            <a:srgbClr val="3BE081"/>
          </a:solidFill>
          <a:ln w="12700">
            <a:solidFill>
              <a:srgbClr val="333333"/>
            </a:solidFill>
            <a:prstDash val="solid"/>
          </a:ln>
        </p:spPr>
        <p:txBody>
          <a:bodyPr/>
          <a:lstStyle/>
          <a:p>
            <a:endParaRPr lang="en-US"/>
          </a:p>
        </p:txBody>
      </p:sp>
      <p:sp>
        <p:nvSpPr>
          <p:cNvPr id="26" name="Text 0">
            <a:extLst>
              <a:ext uri="{FF2B5EF4-FFF2-40B4-BE49-F238E27FC236}">
                <a16:creationId xmlns:a16="http://schemas.microsoft.com/office/drawing/2014/main" id="{65210298-A661-64CD-27C7-9E57D17BFA2B}"/>
              </a:ext>
            </a:extLst>
          </p:cNvPr>
          <p:cNvSpPr>
            <a:spLocks noGrp="1"/>
          </p:cNvSpPr>
          <p:nvPr>
            <p:ph type="title" idx="100" hasCustomPrompt="1"/>
          </p:nvPr>
        </p:nvSpPr>
        <p:spPr>
          <a:xfrm>
            <a:off x="548640" y="384048"/>
            <a:ext cx="8046720" cy="548640"/>
          </a:xfrm>
          <a:prstGeom prst="rect">
            <a:avLst/>
          </a:prstGeom>
          <a:noFill/>
          <a:ln/>
        </p:spPr>
        <p:txBody>
          <a:bodyPr wrap="square" lIns="0" tIns="0" rIns="0" bIns="0" rtlCol="0" anchor="ctr"/>
          <a:lstStyle/>
          <a:p>
            <a:r>
              <a:rPr lang="en-US" sz="2600" b="1" dirty="0">
                <a:solidFill>
                  <a:srgbClr val="E8ECEF"/>
                </a:solidFill>
                <a:latin typeface="Segoe UI" pitchFamily="34" charset="0"/>
                <a:ea typeface="Segoe UI" pitchFamily="34" charset="-122"/>
                <a:cs typeface="Segoe UI" pitchFamily="34" charset="-120"/>
              </a:rPr>
              <a:t>Explaining Agile Phases</a:t>
            </a:r>
            <a:endParaRPr lang="en-US" sz="2600" dirty="0"/>
          </a:p>
        </p:txBody>
      </p:sp>
      <p:sp>
        <p:nvSpPr>
          <p:cNvPr id="28" name="rule">
            <a:extLst>
              <a:ext uri="{FF2B5EF4-FFF2-40B4-BE49-F238E27FC236}">
                <a16:creationId xmlns:a16="http://schemas.microsoft.com/office/drawing/2014/main" id="{E363F93D-8A93-84D8-AD92-8A9AE60CA62C}"/>
              </a:ext>
              <a:ext uri="{C183D7F6-B498-43B3-948B-1728B52AA6E4}">
                <adec:decorative xmlns:adec="http://schemas.microsoft.com/office/drawing/2017/decorative" val="1"/>
              </a:ext>
            </a:extLst>
          </p:cNvPr>
          <p:cNvSpPr/>
          <p:nvPr/>
        </p:nvSpPr>
        <p:spPr>
          <a:xfrm>
            <a:off x="548640" y="1298448"/>
            <a:ext cx="8046720" cy="0"/>
          </a:xfrm>
          <a:prstGeom prst="line">
            <a:avLst/>
          </a:prstGeom>
          <a:noFill/>
          <a:ln w="12700">
            <a:solidFill>
              <a:srgbClr val="2A3038"/>
            </a:solidFill>
            <a:prstDash val="solid"/>
          </a:ln>
        </p:spPr>
        <p:txBody>
          <a:bodyPr/>
          <a:lstStyle/>
          <a:p>
            <a:endParaRPr lang="en-US"/>
          </a:p>
        </p:txBody>
      </p:sp>
      <p:sp>
        <p:nvSpPr>
          <p:cNvPr id="29" name="step panel">
            <a:extLst>
              <a:ext uri="{FF2B5EF4-FFF2-40B4-BE49-F238E27FC236}">
                <a16:creationId xmlns:a16="http://schemas.microsoft.com/office/drawing/2014/main" id="{4E7CE2A5-92AF-43F2-D3D5-89E64E293AC6}"/>
              </a:ext>
              <a:ext uri="{C183D7F6-B498-43B3-948B-1728B52AA6E4}">
                <adec:decorative xmlns:adec="http://schemas.microsoft.com/office/drawing/2017/decorative" val="1"/>
              </a:ext>
            </a:extLst>
          </p:cNvPr>
          <p:cNvSpPr/>
          <p:nvPr/>
        </p:nvSpPr>
        <p:spPr>
          <a:xfrm>
            <a:off x="505894" y="1005841"/>
            <a:ext cx="1481328" cy="2551172"/>
          </a:xfrm>
          <a:prstGeom prst="rect">
            <a:avLst/>
          </a:prstGeom>
          <a:solidFill>
            <a:srgbClr val="1B1F25"/>
          </a:solidFill>
          <a:ln w="12700">
            <a:solidFill>
              <a:srgbClr val="2A3038"/>
            </a:solidFill>
            <a:prstDash val="solid"/>
          </a:ln>
        </p:spPr>
        <p:txBody>
          <a:bodyPr/>
          <a:lstStyle/>
          <a:p>
            <a:endParaRPr lang="en-US"/>
          </a:p>
        </p:txBody>
      </p:sp>
      <p:sp>
        <p:nvSpPr>
          <p:cNvPr id="30" name="step accent">
            <a:extLst>
              <a:ext uri="{FF2B5EF4-FFF2-40B4-BE49-F238E27FC236}">
                <a16:creationId xmlns:a16="http://schemas.microsoft.com/office/drawing/2014/main" id="{BA874A2C-3ABA-6523-C39C-980AAB720BA1}"/>
              </a:ext>
              <a:ext uri="{C183D7F6-B498-43B3-948B-1728B52AA6E4}">
                <adec:decorative xmlns:adec="http://schemas.microsoft.com/office/drawing/2017/decorative" val="1"/>
              </a:ext>
            </a:extLst>
          </p:cNvPr>
          <p:cNvSpPr/>
          <p:nvPr/>
        </p:nvSpPr>
        <p:spPr>
          <a:xfrm>
            <a:off x="522546" y="1005841"/>
            <a:ext cx="1481328" cy="54864"/>
          </a:xfrm>
          <a:prstGeom prst="rect">
            <a:avLst/>
          </a:prstGeom>
          <a:solidFill>
            <a:srgbClr val="3BE081"/>
          </a:solidFill>
          <a:ln w="12700">
            <a:solidFill>
              <a:srgbClr val="333333"/>
            </a:solidFill>
            <a:prstDash val="solid"/>
          </a:ln>
        </p:spPr>
        <p:txBody>
          <a:bodyPr/>
          <a:lstStyle/>
          <a:p>
            <a:endParaRPr lang="en-US"/>
          </a:p>
        </p:txBody>
      </p:sp>
      <p:sp>
        <p:nvSpPr>
          <p:cNvPr id="32" name="Text 30">
            <a:extLst>
              <a:ext uri="{FF2B5EF4-FFF2-40B4-BE49-F238E27FC236}">
                <a16:creationId xmlns:a16="http://schemas.microsoft.com/office/drawing/2014/main" id="{06277FF3-221B-5C6A-9411-72A0392C845D}"/>
              </a:ext>
            </a:extLst>
          </p:cNvPr>
          <p:cNvSpPr/>
          <p:nvPr/>
        </p:nvSpPr>
        <p:spPr>
          <a:xfrm>
            <a:off x="668850" y="1481329"/>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Backlog Refinement</a:t>
            </a:r>
            <a:endParaRPr lang="en-US" sz="1350" dirty="0"/>
          </a:p>
        </p:txBody>
      </p:sp>
      <p:sp>
        <p:nvSpPr>
          <p:cNvPr id="33" name="Text 31">
            <a:extLst>
              <a:ext uri="{FF2B5EF4-FFF2-40B4-BE49-F238E27FC236}">
                <a16:creationId xmlns:a16="http://schemas.microsoft.com/office/drawing/2014/main" id="{83E42755-BF0A-575E-C865-0F747C90396C}"/>
              </a:ext>
            </a:extLst>
          </p:cNvPr>
          <p:cNvSpPr/>
          <p:nvPr/>
        </p:nvSpPr>
        <p:spPr>
          <a:xfrm>
            <a:off x="622188" y="1888413"/>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Continuously review and prioritize work</a:t>
            </a:r>
          </a:p>
        </p:txBody>
      </p:sp>
      <p:sp>
        <p:nvSpPr>
          <p:cNvPr id="34" name="step panel">
            <a:extLst>
              <a:ext uri="{FF2B5EF4-FFF2-40B4-BE49-F238E27FC236}">
                <a16:creationId xmlns:a16="http://schemas.microsoft.com/office/drawing/2014/main" id="{426F48F9-4501-E184-B212-15E83543F6F6}"/>
              </a:ext>
              <a:ext uri="{C183D7F6-B498-43B3-948B-1728B52AA6E4}">
                <adec:decorative xmlns:adec="http://schemas.microsoft.com/office/drawing/2017/decorative" val="1"/>
              </a:ext>
            </a:extLst>
          </p:cNvPr>
          <p:cNvSpPr/>
          <p:nvPr/>
        </p:nvSpPr>
        <p:spPr>
          <a:xfrm>
            <a:off x="2212377" y="999058"/>
            <a:ext cx="1481328" cy="2551171"/>
          </a:xfrm>
          <a:prstGeom prst="rect">
            <a:avLst/>
          </a:prstGeom>
          <a:solidFill>
            <a:srgbClr val="1B1F25"/>
          </a:solidFill>
          <a:ln w="12700">
            <a:solidFill>
              <a:srgbClr val="2A3038"/>
            </a:solidFill>
            <a:prstDash val="solid"/>
          </a:ln>
        </p:spPr>
        <p:txBody>
          <a:bodyPr/>
          <a:lstStyle/>
          <a:p>
            <a:endParaRPr lang="en-US"/>
          </a:p>
        </p:txBody>
      </p:sp>
      <p:sp>
        <p:nvSpPr>
          <p:cNvPr id="35" name="step accent">
            <a:extLst>
              <a:ext uri="{FF2B5EF4-FFF2-40B4-BE49-F238E27FC236}">
                <a16:creationId xmlns:a16="http://schemas.microsoft.com/office/drawing/2014/main" id="{26634420-D269-E10D-BC5C-9AAECEC82CE0}"/>
              </a:ext>
              <a:ext uri="{C183D7F6-B498-43B3-948B-1728B52AA6E4}">
                <adec:decorative xmlns:adec="http://schemas.microsoft.com/office/drawing/2017/decorative" val="1"/>
              </a:ext>
            </a:extLst>
          </p:cNvPr>
          <p:cNvSpPr/>
          <p:nvPr/>
        </p:nvSpPr>
        <p:spPr>
          <a:xfrm>
            <a:off x="2229029" y="999059"/>
            <a:ext cx="1481328" cy="54864"/>
          </a:xfrm>
          <a:prstGeom prst="rect">
            <a:avLst/>
          </a:prstGeom>
          <a:solidFill>
            <a:srgbClr val="3BE081"/>
          </a:solidFill>
          <a:ln w="12700">
            <a:solidFill>
              <a:srgbClr val="333333"/>
            </a:solidFill>
            <a:prstDash val="solid"/>
          </a:ln>
        </p:spPr>
        <p:txBody>
          <a:bodyPr/>
          <a:lstStyle/>
          <a:p>
            <a:endParaRPr lang="en-US"/>
          </a:p>
        </p:txBody>
      </p:sp>
      <p:sp>
        <p:nvSpPr>
          <p:cNvPr id="37" name="Text 35">
            <a:extLst>
              <a:ext uri="{FF2B5EF4-FFF2-40B4-BE49-F238E27FC236}">
                <a16:creationId xmlns:a16="http://schemas.microsoft.com/office/drawing/2014/main" id="{69BF9FCD-C6DB-3B41-0BF4-594AB8BC435A}"/>
              </a:ext>
            </a:extLst>
          </p:cNvPr>
          <p:cNvSpPr/>
          <p:nvPr/>
        </p:nvSpPr>
        <p:spPr>
          <a:xfrm>
            <a:off x="2375333" y="1474547"/>
            <a:ext cx="1188720" cy="274320"/>
          </a:xfrm>
          <a:prstGeom prst="rect">
            <a:avLst/>
          </a:prstGeom>
          <a:noFill/>
          <a:ln/>
        </p:spPr>
        <p:txBody>
          <a:bodyPr wrap="square" lIns="0" tIns="0" rIns="0" bIns="0" rtlCol="0" anchor="ctr"/>
          <a:lstStyle/>
          <a:p>
            <a:pPr marL="0" indent="0">
              <a:buNone/>
            </a:pPr>
            <a:r>
              <a:rPr lang="en-US" sz="1300" b="1" dirty="0">
                <a:solidFill>
                  <a:srgbClr val="E8ECEF"/>
                </a:solidFill>
                <a:latin typeface="Segoe UI" pitchFamily="34" charset="0"/>
                <a:ea typeface="Segoe UI" pitchFamily="34" charset="-122"/>
                <a:cs typeface="Segoe UI" pitchFamily="34" charset="-120"/>
              </a:rPr>
              <a:t>Sprint Planning</a:t>
            </a:r>
            <a:endParaRPr lang="en-US" sz="1300" dirty="0"/>
          </a:p>
        </p:txBody>
      </p:sp>
      <p:sp>
        <p:nvSpPr>
          <p:cNvPr id="38" name="Text 36">
            <a:extLst>
              <a:ext uri="{FF2B5EF4-FFF2-40B4-BE49-F238E27FC236}">
                <a16:creationId xmlns:a16="http://schemas.microsoft.com/office/drawing/2014/main" id="{503D07FC-D7EB-403B-0190-E10539EC2344}"/>
              </a:ext>
            </a:extLst>
          </p:cNvPr>
          <p:cNvSpPr/>
          <p:nvPr/>
        </p:nvSpPr>
        <p:spPr>
          <a:xfrm>
            <a:off x="2341399" y="2080335"/>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Defines sprint goals</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Assigns work for the sprint</a:t>
            </a:r>
            <a:endParaRPr lang="en-US" sz="1000" dirty="0"/>
          </a:p>
        </p:txBody>
      </p:sp>
      <p:sp>
        <p:nvSpPr>
          <p:cNvPr id="39" name="step panel">
            <a:extLst>
              <a:ext uri="{FF2B5EF4-FFF2-40B4-BE49-F238E27FC236}">
                <a16:creationId xmlns:a16="http://schemas.microsoft.com/office/drawing/2014/main" id="{C32D731B-A729-A4A8-D066-FCD8438C9FF0}"/>
              </a:ext>
              <a:ext uri="{C183D7F6-B498-43B3-948B-1728B52AA6E4}">
                <adec:decorative xmlns:adec="http://schemas.microsoft.com/office/drawing/2017/decorative" val="1"/>
              </a:ext>
            </a:extLst>
          </p:cNvPr>
          <p:cNvSpPr/>
          <p:nvPr/>
        </p:nvSpPr>
        <p:spPr>
          <a:xfrm>
            <a:off x="5270216" y="1005841"/>
            <a:ext cx="1481328" cy="2583180"/>
          </a:xfrm>
          <a:prstGeom prst="rect">
            <a:avLst/>
          </a:prstGeom>
          <a:solidFill>
            <a:srgbClr val="1B1F25"/>
          </a:solidFill>
          <a:ln w="12700">
            <a:solidFill>
              <a:srgbClr val="2A3038"/>
            </a:solidFill>
            <a:prstDash val="solid"/>
          </a:ln>
        </p:spPr>
        <p:txBody>
          <a:bodyPr/>
          <a:lstStyle/>
          <a:p>
            <a:endParaRPr lang="en-US"/>
          </a:p>
        </p:txBody>
      </p:sp>
      <p:sp>
        <p:nvSpPr>
          <p:cNvPr id="40" name="step accent">
            <a:extLst>
              <a:ext uri="{FF2B5EF4-FFF2-40B4-BE49-F238E27FC236}">
                <a16:creationId xmlns:a16="http://schemas.microsoft.com/office/drawing/2014/main" id="{B5D848E8-B599-687B-C548-0A2A1C66DA05}"/>
              </a:ext>
              <a:ext uri="{C183D7F6-B498-43B3-948B-1728B52AA6E4}">
                <adec:decorative xmlns:adec="http://schemas.microsoft.com/office/drawing/2017/decorative" val="1"/>
              </a:ext>
            </a:extLst>
          </p:cNvPr>
          <p:cNvSpPr/>
          <p:nvPr/>
        </p:nvSpPr>
        <p:spPr>
          <a:xfrm>
            <a:off x="5286868" y="1005841"/>
            <a:ext cx="1481328" cy="54864"/>
          </a:xfrm>
          <a:prstGeom prst="rect">
            <a:avLst/>
          </a:prstGeom>
          <a:solidFill>
            <a:srgbClr val="3BE081"/>
          </a:solidFill>
          <a:ln w="12700">
            <a:solidFill>
              <a:srgbClr val="333333"/>
            </a:solidFill>
            <a:prstDash val="solid"/>
          </a:ln>
        </p:spPr>
        <p:txBody>
          <a:bodyPr/>
          <a:lstStyle/>
          <a:p>
            <a:endParaRPr lang="en-US"/>
          </a:p>
        </p:txBody>
      </p:sp>
      <p:sp>
        <p:nvSpPr>
          <p:cNvPr id="42" name="Text 40">
            <a:extLst>
              <a:ext uri="{FF2B5EF4-FFF2-40B4-BE49-F238E27FC236}">
                <a16:creationId xmlns:a16="http://schemas.microsoft.com/office/drawing/2014/main" id="{8FB24FED-4284-EB82-0B8B-5283E8D0456D}"/>
              </a:ext>
            </a:extLst>
          </p:cNvPr>
          <p:cNvSpPr/>
          <p:nvPr/>
        </p:nvSpPr>
        <p:spPr>
          <a:xfrm>
            <a:off x="5433172" y="1481329"/>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Sprint Review</a:t>
            </a:r>
            <a:endParaRPr lang="en-US" sz="1350" dirty="0"/>
          </a:p>
        </p:txBody>
      </p:sp>
      <p:sp>
        <p:nvSpPr>
          <p:cNvPr id="43" name="Text 41">
            <a:extLst>
              <a:ext uri="{FF2B5EF4-FFF2-40B4-BE49-F238E27FC236}">
                <a16:creationId xmlns:a16="http://schemas.microsoft.com/office/drawing/2014/main" id="{C65C5E64-11BE-7ECB-2AC2-769715169E42}"/>
              </a:ext>
            </a:extLst>
          </p:cNvPr>
          <p:cNvSpPr/>
          <p:nvPr/>
        </p:nvSpPr>
        <p:spPr>
          <a:xfrm>
            <a:off x="5402164" y="2008905"/>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Shows completed work to stakeholders, waiting for feedback</a:t>
            </a:r>
            <a:endParaRPr lang="en-US" sz="1000" dirty="0"/>
          </a:p>
        </p:txBody>
      </p:sp>
      <p:sp>
        <p:nvSpPr>
          <p:cNvPr id="44" name="step panel">
            <a:extLst>
              <a:ext uri="{FF2B5EF4-FFF2-40B4-BE49-F238E27FC236}">
                <a16:creationId xmlns:a16="http://schemas.microsoft.com/office/drawing/2014/main" id="{EEE390C9-4909-C873-60C6-20DA3327B114}"/>
              </a:ext>
              <a:ext uri="{C183D7F6-B498-43B3-948B-1728B52AA6E4}">
                <adec:decorative xmlns:adec="http://schemas.microsoft.com/office/drawing/2017/decorative" val="1"/>
              </a:ext>
            </a:extLst>
          </p:cNvPr>
          <p:cNvSpPr/>
          <p:nvPr/>
        </p:nvSpPr>
        <p:spPr>
          <a:xfrm>
            <a:off x="7033391" y="1028619"/>
            <a:ext cx="1481328" cy="2551169"/>
          </a:xfrm>
          <a:prstGeom prst="rect">
            <a:avLst/>
          </a:prstGeom>
          <a:solidFill>
            <a:srgbClr val="1B1F25"/>
          </a:solidFill>
          <a:ln w="12700">
            <a:solidFill>
              <a:srgbClr val="2A3038"/>
            </a:solidFill>
            <a:prstDash val="solid"/>
          </a:ln>
        </p:spPr>
        <p:txBody>
          <a:bodyPr/>
          <a:lstStyle/>
          <a:p>
            <a:endParaRPr lang="en-US"/>
          </a:p>
        </p:txBody>
      </p:sp>
      <p:sp>
        <p:nvSpPr>
          <p:cNvPr id="45" name="step accent">
            <a:extLst>
              <a:ext uri="{FF2B5EF4-FFF2-40B4-BE49-F238E27FC236}">
                <a16:creationId xmlns:a16="http://schemas.microsoft.com/office/drawing/2014/main" id="{00B2BE4B-264D-5640-3C89-27C4F16F8F34}"/>
              </a:ext>
              <a:ext uri="{C183D7F6-B498-43B3-948B-1728B52AA6E4}">
                <adec:decorative xmlns:adec="http://schemas.microsoft.com/office/drawing/2017/decorative" val="1"/>
              </a:ext>
            </a:extLst>
          </p:cNvPr>
          <p:cNvSpPr/>
          <p:nvPr/>
        </p:nvSpPr>
        <p:spPr>
          <a:xfrm>
            <a:off x="7050043" y="1028620"/>
            <a:ext cx="1481328" cy="54864"/>
          </a:xfrm>
          <a:prstGeom prst="rect">
            <a:avLst/>
          </a:prstGeom>
          <a:solidFill>
            <a:srgbClr val="3BE081"/>
          </a:solidFill>
          <a:ln w="12700">
            <a:solidFill>
              <a:srgbClr val="333333"/>
            </a:solidFill>
            <a:prstDash val="solid"/>
          </a:ln>
        </p:spPr>
        <p:txBody>
          <a:bodyPr/>
          <a:lstStyle/>
          <a:p>
            <a:endParaRPr lang="en-US"/>
          </a:p>
        </p:txBody>
      </p:sp>
      <p:sp>
        <p:nvSpPr>
          <p:cNvPr id="47" name="Text 45">
            <a:extLst>
              <a:ext uri="{FF2B5EF4-FFF2-40B4-BE49-F238E27FC236}">
                <a16:creationId xmlns:a16="http://schemas.microsoft.com/office/drawing/2014/main" id="{AE35E270-0321-DCAD-FB46-1B320A639574}"/>
              </a:ext>
            </a:extLst>
          </p:cNvPr>
          <p:cNvSpPr/>
          <p:nvPr/>
        </p:nvSpPr>
        <p:spPr>
          <a:xfrm>
            <a:off x="7196347" y="1504108"/>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Sprint Retrospective</a:t>
            </a:r>
            <a:endParaRPr lang="en-US" sz="1350" dirty="0"/>
          </a:p>
        </p:txBody>
      </p:sp>
      <p:sp>
        <p:nvSpPr>
          <p:cNvPr id="48" name="Text 46">
            <a:extLst>
              <a:ext uri="{FF2B5EF4-FFF2-40B4-BE49-F238E27FC236}">
                <a16:creationId xmlns:a16="http://schemas.microsoft.com/office/drawing/2014/main" id="{67A8B624-0EAB-740A-3599-E42A7BF8A6F4}"/>
              </a:ext>
            </a:extLst>
          </p:cNvPr>
          <p:cNvSpPr/>
          <p:nvPr/>
        </p:nvSpPr>
        <p:spPr>
          <a:xfrm>
            <a:off x="7178059" y="2098540"/>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Reflects as a team to see how we could improve on the next sprint</a:t>
            </a:r>
            <a:endParaRPr lang="en-US" sz="1000" dirty="0"/>
          </a:p>
        </p:txBody>
      </p:sp>
      <p:sp>
        <p:nvSpPr>
          <p:cNvPr id="58" name="step panel">
            <a:extLst>
              <a:ext uri="{FF2B5EF4-FFF2-40B4-BE49-F238E27FC236}">
                <a16:creationId xmlns:a16="http://schemas.microsoft.com/office/drawing/2014/main" id="{E4AACB66-255E-DD53-C48A-200988E32913}"/>
              </a:ext>
              <a:ext uri="{C183D7F6-B498-43B3-948B-1728B52AA6E4}">
                <adec:decorative xmlns:adec="http://schemas.microsoft.com/office/drawing/2017/decorative" val="1"/>
              </a:ext>
            </a:extLst>
          </p:cNvPr>
          <p:cNvSpPr/>
          <p:nvPr/>
        </p:nvSpPr>
        <p:spPr>
          <a:xfrm>
            <a:off x="530462" y="3767321"/>
            <a:ext cx="8042038" cy="1243592"/>
          </a:xfrm>
          <a:prstGeom prst="rect">
            <a:avLst/>
          </a:prstGeom>
          <a:solidFill>
            <a:srgbClr val="1B1F25"/>
          </a:solidFill>
          <a:ln w="12700">
            <a:solidFill>
              <a:srgbClr val="2A3038"/>
            </a:solidFill>
            <a:prstDash val="solid"/>
          </a:ln>
        </p:spPr>
        <p:txBody>
          <a:bodyPr/>
          <a:lstStyle/>
          <a:p>
            <a:endParaRPr lang="en-US" dirty="0"/>
          </a:p>
        </p:txBody>
      </p:sp>
      <p:sp>
        <p:nvSpPr>
          <p:cNvPr id="60" name="step accent">
            <a:extLst>
              <a:ext uri="{FF2B5EF4-FFF2-40B4-BE49-F238E27FC236}">
                <a16:creationId xmlns:a16="http://schemas.microsoft.com/office/drawing/2014/main" id="{95AAC178-7B2D-B0F5-ECA1-988C20D2E45A}"/>
              </a:ext>
              <a:ext uri="{C183D7F6-B498-43B3-948B-1728B52AA6E4}">
                <adec:decorative xmlns:adec="http://schemas.microsoft.com/office/drawing/2017/decorative" val="1"/>
              </a:ext>
            </a:extLst>
          </p:cNvPr>
          <p:cNvSpPr/>
          <p:nvPr/>
        </p:nvSpPr>
        <p:spPr>
          <a:xfrm>
            <a:off x="515298" y="3733034"/>
            <a:ext cx="8080061" cy="57146"/>
          </a:xfrm>
          <a:prstGeom prst="rect">
            <a:avLst/>
          </a:prstGeom>
          <a:solidFill>
            <a:srgbClr val="3BE081"/>
          </a:solidFill>
          <a:ln w="12700">
            <a:solidFill>
              <a:srgbClr val="333333"/>
            </a:solidFill>
            <a:prstDash val="solid"/>
          </a:ln>
        </p:spPr>
        <p:txBody>
          <a:bodyPr/>
          <a:lstStyle/>
          <a:p>
            <a:endParaRPr lang="en-US"/>
          </a:p>
        </p:txBody>
      </p:sp>
      <p:sp>
        <p:nvSpPr>
          <p:cNvPr id="64" name="Text 31">
            <a:extLst>
              <a:ext uri="{FF2B5EF4-FFF2-40B4-BE49-F238E27FC236}">
                <a16:creationId xmlns:a16="http://schemas.microsoft.com/office/drawing/2014/main" id="{BEAD27D2-D411-707A-163B-3E401AE7D112}"/>
              </a:ext>
            </a:extLst>
          </p:cNvPr>
          <p:cNvSpPr/>
          <p:nvPr/>
        </p:nvSpPr>
        <p:spPr>
          <a:xfrm>
            <a:off x="634317" y="3761607"/>
            <a:ext cx="7900005" cy="1243592"/>
          </a:xfrm>
          <a:prstGeom prst="rect">
            <a:avLst/>
          </a:prstGeom>
          <a:noFill/>
          <a:ln/>
        </p:spPr>
        <p:txBody>
          <a:bodyPr wrap="square" lIns="0" tIns="0" rIns="0" bIns="0" rtlCol="0" anchor="ctr"/>
          <a:lstStyle/>
          <a:p>
            <a:pPr marL="0" indent="0">
              <a:lnSpc>
                <a:spcPts val="1300"/>
              </a:lnSpc>
              <a:buNone/>
            </a:pPr>
            <a:r>
              <a:rPr lang="en-US" sz="1000" dirty="0">
                <a:solidFill>
                  <a:srgbClr val="9AA5B1"/>
                </a:solidFill>
                <a:latin typeface="Segoe UI" pitchFamily="34" charset="0"/>
                <a:cs typeface="Segoe UI" pitchFamily="34" charset="-120"/>
              </a:rPr>
              <a:t>Unlike the Waterfall Methodology, in Agile we can have our Developer and Tester work in parallel . This allows the team to absorb mid-project  change without modifying deadlines. </a:t>
            </a:r>
            <a:endParaRPr lang="en-US" sz="1000" dirty="0"/>
          </a:p>
        </p:txBody>
      </p:sp>
      <p:sp>
        <p:nvSpPr>
          <p:cNvPr id="31" name="step panel">
            <a:extLst>
              <a:ext uri="{FF2B5EF4-FFF2-40B4-BE49-F238E27FC236}">
                <a16:creationId xmlns:a16="http://schemas.microsoft.com/office/drawing/2014/main" id="{82C983F4-3E2C-970D-31E1-3D48E2B24ABE}"/>
              </a:ext>
              <a:ext uri="{C183D7F6-B498-43B3-948B-1728B52AA6E4}">
                <adec:decorative xmlns:adec="http://schemas.microsoft.com/office/drawing/2017/decorative" val="1"/>
              </a:ext>
            </a:extLst>
          </p:cNvPr>
          <p:cNvSpPr/>
          <p:nvPr/>
        </p:nvSpPr>
        <p:spPr>
          <a:xfrm>
            <a:off x="3743150" y="973754"/>
            <a:ext cx="1481328" cy="2551169"/>
          </a:xfrm>
          <a:prstGeom prst="rect">
            <a:avLst/>
          </a:prstGeom>
          <a:solidFill>
            <a:srgbClr val="1B1F25"/>
          </a:solidFill>
          <a:ln w="12700">
            <a:solidFill>
              <a:srgbClr val="2A3038"/>
            </a:solidFill>
            <a:prstDash val="solid"/>
          </a:ln>
        </p:spPr>
        <p:txBody>
          <a:bodyPr/>
          <a:lstStyle/>
          <a:p>
            <a:endParaRPr lang="en-US"/>
          </a:p>
        </p:txBody>
      </p:sp>
      <p:sp>
        <p:nvSpPr>
          <p:cNvPr id="41" name="step accent">
            <a:extLst>
              <a:ext uri="{FF2B5EF4-FFF2-40B4-BE49-F238E27FC236}">
                <a16:creationId xmlns:a16="http://schemas.microsoft.com/office/drawing/2014/main" id="{8188EF27-86CA-A9A8-4A9B-104EE6CD92F2}"/>
              </a:ext>
              <a:ext uri="{C183D7F6-B498-43B3-948B-1728B52AA6E4}">
                <adec:decorative xmlns:adec="http://schemas.microsoft.com/office/drawing/2017/decorative" val="1"/>
              </a:ext>
            </a:extLst>
          </p:cNvPr>
          <p:cNvSpPr/>
          <p:nvPr/>
        </p:nvSpPr>
        <p:spPr>
          <a:xfrm>
            <a:off x="3759802" y="973755"/>
            <a:ext cx="1481328" cy="54864"/>
          </a:xfrm>
          <a:prstGeom prst="rect">
            <a:avLst/>
          </a:prstGeom>
          <a:solidFill>
            <a:srgbClr val="3BE081"/>
          </a:solidFill>
          <a:ln w="12700">
            <a:solidFill>
              <a:srgbClr val="333333"/>
            </a:solidFill>
            <a:prstDash val="solid"/>
          </a:ln>
        </p:spPr>
        <p:txBody>
          <a:bodyPr/>
          <a:lstStyle/>
          <a:p>
            <a:endParaRPr lang="en-US"/>
          </a:p>
        </p:txBody>
      </p:sp>
      <p:sp>
        <p:nvSpPr>
          <p:cNvPr id="49" name="Text 45">
            <a:extLst>
              <a:ext uri="{FF2B5EF4-FFF2-40B4-BE49-F238E27FC236}">
                <a16:creationId xmlns:a16="http://schemas.microsoft.com/office/drawing/2014/main" id="{71159314-D7F7-FD00-245B-AE37087B2F4F}"/>
              </a:ext>
            </a:extLst>
          </p:cNvPr>
          <p:cNvSpPr/>
          <p:nvPr/>
        </p:nvSpPr>
        <p:spPr>
          <a:xfrm>
            <a:off x="3906106" y="1449243"/>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cs typeface="Segoe UI" pitchFamily="34" charset="-120"/>
              </a:rPr>
              <a:t>Development &amp; Daily Scrum</a:t>
            </a:r>
            <a:endParaRPr lang="en-US" sz="1350" dirty="0"/>
          </a:p>
        </p:txBody>
      </p:sp>
      <p:sp>
        <p:nvSpPr>
          <p:cNvPr id="51" name="Text 46">
            <a:extLst>
              <a:ext uri="{FF2B5EF4-FFF2-40B4-BE49-F238E27FC236}">
                <a16:creationId xmlns:a16="http://schemas.microsoft.com/office/drawing/2014/main" id="{6C097DDA-8EF4-F364-3975-C61996E97E13}"/>
              </a:ext>
            </a:extLst>
          </p:cNvPr>
          <p:cNvSpPr/>
          <p:nvPr/>
        </p:nvSpPr>
        <p:spPr>
          <a:xfrm>
            <a:off x="3887818" y="2043675"/>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Builds Functional Code</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Daily progress to the Daily Scrum</a:t>
            </a:r>
            <a:endParaRPr lang="en-US" sz="1000" dirty="0"/>
          </a:p>
        </p:txBody>
      </p:sp>
    </p:spTree>
    <p:extLst>
      <p:ext uri="{BB962C8B-B14F-4D97-AF65-F5344CB8AC3E}">
        <p14:creationId xmlns:p14="http://schemas.microsoft.com/office/powerpoint/2010/main" val="4152371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130AA-7968-57A2-7D21-AAD7BD1362C0}"/>
            </a:ext>
          </a:extLst>
        </p:cNvPr>
        <p:cNvGrpSpPr/>
        <p:nvPr/>
      </p:nvGrpSpPr>
      <p:grpSpPr>
        <a:xfrm>
          <a:off x="0" y="0"/>
          <a:ext cx="0" cy="0"/>
          <a:chOff x="0" y="0"/>
          <a:chExt cx="0" cy="0"/>
        </a:xfrm>
      </p:grpSpPr>
      <p:sp>
        <p:nvSpPr>
          <p:cNvPr id="2" name="grid line">
            <a:extLst>
              <a:ext uri="{FF2B5EF4-FFF2-40B4-BE49-F238E27FC236}">
                <a16:creationId xmlns:a16="http://schemas.microsoft.com/office/drawing/2014/main" id="{13B4ACB0-6A23-BDAF-E50D-674CF3C366FD}"/>
              </a:ext>
              <a:ext uri="{C183D7F6-B498-43B3-948B-1728B52AA6E4}">
                <adec:decorative xmlns:adec="http://schemas.microsoft.com/office/drawing/2017/decorative" val="1"/>
              </a:ext>
            </a:extLst>
          </p:cNvPr>
          <p:cNvSpPr/>
          <p:nvPr/>
        </p:nvSpPr>
        <p:spPr>
          <a:xfrm>
            <a:off x="571500" y="0"/>
            <a:ext cx="0" cy="5143500"/>
          </a:xfrm>
          <a:prstGeom prst="line">
            <a:avLst/>
          </a:prstGeom>
          <a:noFill/>
          <a:ln w="6350">
            <a:solidFill>
              <a:srgbClr val="2A3038"/>
            </a:solidFill>
            <a:prstDash val="solid"/>
          </a:ln>
        </p:spPr>
        <p:txBody>
          <a:bodyPr/>
          <a:lstStyle/>
          <a:p>
            <a:endParaRPr lang="en-US"/>
          </a:p>
        </p:txBody>
      </p:sp>
      <p:sp>
        <p:nvSpPr>
          <p:cNvPr id="3" name="grid line">
            <a:extLst>
              <a:ext uri="{FF2B5EF4-FFF2-40B4-BE49-F238E27FC236}">
                <a16:creationId xmlns:a16="http://schemas.microsoft.com/office/drawing/2014/main" id="{10E11813-3AE0-300E-B53B-7AA97CED3825}"/>
              </a:ext>
              <a:ext uri="{C183D7F6-B498-43B3-948B-1728B52AA6E4}">
                <adec:decorative xmlns:adec="http://schemas.microsoft.com/office/drawing/2017/decorative" val="1"/>
              </a:ext>
            </a:extLst>
          </p:cNvPr>
          <p:cNvSpPr/>
          <p:nvPr/>
        </p:nvSpPr>
        <p:spPr>
          <a:xfrm>
            <a:off x="1143000" y="0"/>
            <a:ext cx="0" cy="5143500"/>
          </a:xfrm>
          <a:prstGeom prst="line">
            <a:avLst/>
          </a:prstGeom>
          <a:noFill/>
          <a:ln w="6350">
            <a:solidFill>
              <a:srgbClr val="2A3038"/>
            </a:solidFill>
            <a:prstDash val="solid"/>
          </a:ln>
        </p:spPr>
        <p:txBody>
          <a:bodyPr/>
          <a:lstStyle/>
          <a:p>
            <a:endParaRPr lang="en-US"/>
          </a:p>
        </p:txBody>
      </p:sp>
      <p:sp>
        <p:nvSpPr>
          <p:cNvPr id="4" name="grid line">
            <a:extLst>
              <a:ext uri="{FF2B5EF4-FFF2-40B4-BE49-F238E27FC236}">
                <a16:creationId xmlns:a16="http://schemas.microsoft.com/office/drawing/2014/main" id="{8D68C605-5412-6BF3-9F55-572520CA2A31}"/>
              </a:ext>
              <a:ext uri="{C183D7F6-B498-43B3-948B-1728B52AA6E4}">
                <adec:decorative xmlns:adec="http://schemas.microsoft.com/office/drawing/2017/decorative" val="1"/>
              </a:ext>
            </a:extLst>
          </p:cNvPr>
          <p:cNvSpPr/>
          <p:nvPr/>
        </p:nvSpPr>
        <p:spPr>
          <a:xfrm>
            <a:off x="1714500" y="0"/>
            <a:ext cx="0" cy="5143500"/>
          </a:xfrm>
          <a:prstGeom prst="line">
            <a:avLst/>
          </a:prstGeom>
          <a:noFill/>
          <a:ln w="6350">
            <a:solidFill>
              <a:srgbClr val="2A3038"/>
            </a:solidFill>
            <a:prstDash val="solid"/>
          </a:ln>
        </p:spPr>
        <p:txBody>
          <a:bodyPr/>
          <a:lstStyle/>
          <a:p>
            <a:endParaRPr lang="en-US"/>
          </a:p>
        </p:txBody>
      </p:sp>
      <p:sp>
        <p:nvSpPr>
          <p:cNvPr id="5" name="grid line">
            <a:extLst>
              <a:ext uri="{FF2B5EF4-FFF2-40B4-BE49-F238E27FC236}">
                <a16:creationId xmlns:a16="http://schemas.microsoft.com/office/drawing/2014/main" id="{F42ACBFA-5776-D2FD-91CC-4C7883E027EC}"/>
              </a:ext>
              <a:ext uri="{C183D7F6-B498-43B3-948B-1728B52AA6E4}">
                <adec:decorative xmlns:adec="http://schemas.microsoft.com/office/drawing/2017/decorative" val="1"/>
              </a:ext>
            </a:extLst>
          </p:cNvPr>
          <p:cNvSpPr/>
          <p:nvPr/>
        </p:nvSpPr>
        <p:spPr>
          <a:xfrm>
            <a:off x="2286000" y="0"/>
            <a:ext cx="0" cy="5143500"/>
          </a:xfrm>
          <a:prstGeom prst="line">
            <a:avLst/>
          </a:prstGeom>
          <a:noFill/>
          <a:ln w="6350">
            <a:solidFill>
              <a:srgbClr val="2A3038"/>
            </a:solidFill>
            <a:prstDash val="solid"/>
          </a:ln>
        </p:spPr>
        <p:txBody>
          <a:bodyPr/>
          <a:lstStyle/>
          <a:p>
            <a:endParaRPr lang="en-US"/>
          </a:p>
        </p:txBody>
      </p:sp>
      <p:sp>
        <p:nvSpPr>
          <p:cNvPr id="6" name="grid line">
            <a:extLst>
              <a:ext uri="{FF2B5EF4-FFF2-40B4-BE49-F238E27FC236}">
                <a16:creationId xmlns:a16="http://schemas.microsoft.com/office/drawing/2014/main" id="{E6018C1D-7189-5653-5245-88B5110FE48A}"/>
              </a:ext>
              <a:ext uri="{C183D7F6-B498-43B3-948B-1728B52AA6E4}">
                <adec:decorative xmlns:adec="http://schemas.microsoft.com/office/drawing/2017/decorative" val="1"/>
              </a:ext>
            </a:extLst>
          </p:cNvPr>
          <p:cNvSpPr/>
          <p:nvPr/>
        </p:nvSpPr>
        <p:spPr>
          <a:xfrm>
            <a:off x="2857500" y="0"/>
            <a:ext cx="0" cy="5143500"/>
          </a:xfrm>
          <a:prstGeom prst="line">
            <a:avLst/>
          </a:prstGeom>
          <a:noFill/>
          <a:ln w="6350">
            <a:solidFill>
              <a:srgbClr val="2A3038"/>
            </a:solidFill>
            <a:prstDash val="solid"/>
          </a:ln>
        </p:spPr>
        <p:txBody>
          <a:bodyPr/>
          <a:lstStyle/>
          <a:p>
            <a:endParaRPr lang="en-US"/>
          </a:p>
        </p:txBody>
      </p:sp>
      <p:sp>
        <p:nvSpPr>
          <p:cNvPr id="7" name="grid line">
            <a:extLst>
              <a:ext uri="{FF2B5EF4-FFF2-40B4-BE49-F238E27FC236}">
                <a16:creationId xmlns:a16="http://schemas.microsoft.com/office/drawing/2014/main" id="{DB5BA1B6-5B2B-A8BE-4F74-9C4CF2518DAC}"/>
              </a:ext>
              <a:ext uri="{C183D7F6-B498-43B3-948B-1728B52AA6E4}">
                <adec:decorative xmlns:adec="http://schemas.microsoft.com/office/drawing/2017/decorative" val="1"/>
              </a:ext>
            </a:extLst>
          </p:cNvPr>
          <p:cNvSpPr/>
          <p:nvPr/>
        </p:nvSpPr>
        <p:spPr>
          <a:xfrm>
            <a:off x="3429000" y="0"/>
            <a:ext cx="0" cy="5143500"/>
          </a:xfrm>
          <a:prstGeom prst="line">
            <a:avLst/>
          </a:prstGeom>
          <a:noFill/>
          <a:ln w="6350">
            <a:solidFill>
              <a:srgbClr val="2A3038"/>
            </a:solidFill>
            <a:prstDash val="solid"/>
          </a:ln>
        </p:spPr>
        <p:txBody>
          <a:bodyPr/>
          <a:lstStyle/>
          <a:p>
            <a:endParaRPr lang="en-US"/>
          </a:p>
        </p:txBody>
      </p:sp>
      <p:sp>
        <p:nvSpPr>
          <p:cNvPr id="8" name="grid line">
            <a:extLst>
              <a:ext uri="{FF2B5EF4-FFF2-40B4-BE49-F238E27FC236}">
                <a16:creationId xmlns:a16="http://schemas.microsoft.com/office/drawing/2014/main" id="{3BF228D5-16A6-D133-E4BA-4E51CC43E474}"/>
              </a:ext>
              <a:ext uri="{C183D7F6-B498-43B3-948B-1728B52AA6E4}">
                <adec:decorative xmlns:adec="http://schemas.microsoft.com/office/drawing/2017/decorative" val="1"/>
              </a:ext>
            </a:extLst>
          </p:cNvPr>
          <p:cNvSpPr/>
          <p:nvPr/>
        </p:nvSpPr>
        <p:spPr>
          <a:xfrm>
            <a:off x="4000500" y="0"/>
            <a:ext cx="0" cy="5143500"/>
          </a:xfrm>
          <a:prstGeom prst="line">
            <a:avLst/>
          </a:prstGeom>
          <a:noFill/>
          <a:ln w="6350">
            <a:solidFill>
              <a:srgbClr val="2A3038"/>
            </a:solidFill>
            <a:prstDash val="solid"/>
          </a:ln>
        </p:spPr>
        <p:txBody>
          <a:bodyPr/>
          <a:lstStyle/>
          <a:p>
            <a:endParaRPr lang="en-US"/>
          </a:p>
        </p:txBody>
      </p:sp>
      <p:sp>
        <p:nvSpPr>
          <p:cNvPr id="9" name="grid line">
            <a:extLst>
              <a:ext uri="{FF2B5EF4-FFF2-40B4-BE49-F238E27FC236}">
                <a16:creationId xmlns:a16="http://schemas.microsoft.com/office/drawing/2014/main" id="{AEB33F6B-959B-3ABF-A5D5-F63CE9831F74}"/>
              </a:ext>
              <a:ext uri="{C183D7F6-B498-43B3-948B-1728B52AA6E4}">
                <adec:decorative xmlns:adec="http://schemas.microsoft.com/office/drawing/2017/decorative" val="1"/>
              </a:ext>
            </a:extLst>
          </p:cNvPr>
          <p:cNvSpPr/>
          <p:nvPr/>
        </p:nvSpPr>
        <p:spPr>
          <a:xfrm>
            <a:off x="4572000" y="0"/>
            <a:ext cx="0" cy="5143500"/>
          </a:xfrm>
          <a:prstGeom prst="line">
            <a:avLst/>
          </a:prstGeom>
          <a:noFill/>
          <a:ln w="6350">
            <a:solidFill>
              <a:srgbClr val="2A3038"/>
            </a:solidFill>
            <a:prstDash val="solid"/>
          </a:ln>
        </p:spPr>
        <p:txBody>
          <a:bodyPr/>
          <a:lstStyle/>
          <a:p>
            <a:endParaRPr lang="en-US"/>
          </a:p>
        </p:txBody>
      </p:sp>
      <p:sp>
        <p:nvSpPr>
          <p:cNvPr id="10" name="grid line">
            <a:extLst>
              <a:ext uri="{FF2B5EF4-FFF2-40B4-BE49-F238E27FC236}">
                <a16:creationId xmlns:a16="http://schemas.microsoft.com/office/drawing/2014/main" id="{5837ADF6-F411-5B07-6BB8-43CACD0C031D}"/>
              </a:ext>
              <a:ext uri="{C183D7F6-B498-43B3-948B-1728B52AA6E4}">
                <adec:decorative xmlns:adec="http://schemas.microsoft.com/office/drawing/2017/decorative" val="1"/>
              </a:ext>
            </a:extLst>
          </p:cNvPr>
          <p:cNvSpPr/>
          <p:nvPr/>
        </p:nvSpPr>
        <p:spPr>
          <a:xfrm>
            <a:off x="5143500" y="0"/>
            <a:ext cx="0" cy="5143500"/>
          </a:xfrm>
          <a:prstGeom prst="line">
            <a:avLst/>
          </a:prstGeom>
          <a:noFill/>
          <a:ln w="6350">
            <a:solidFill>
              <a:srgbClr val="2A3038"/>
            </a:solidFill>
            <a:prstDash val="solid"/>
          </a:ln>
        </p:spPr>
        <p:txBody>
          <a:bodyPr/>
          <a:lstStyle/>
          <a:p>
            <a:endParaRPr lang="en-US"/>
          </a:p>
        </p:txBody>
      </p:sp>
      <p:sp>
        <p:nvSpPr>
          <p:cNvPr id="11" name="grid line">
            <a:extLst>
              <a:ext uri="{FF2B5EF4-FFF2-40B4-BE49-F238E27FC236}">
                <a16:creationId xmlns:a16="http://schemas.microsoft.com/office/drawing/2014/main" id="{53C20D7C-57B5-7D27-5958-2C812C0020C4}"/>
              </a:ext>
              <a:ext uri="{C183D7F6-B498-43B3-948B-1728B52AA6E4}">
                <adec:decorative xmlns:adec="http://schemas.microsoft.com/office/drawing/2017/decorative" val="1"/>
              </a:ext>
            </a:extLst>
          </p:cNvPr>
          <p:cNvSpPr/>
          <p:nvPr/>
        </p:nvSpPr>
        <p:spPr>
          <a:xfrm>
            <a:off x="5715000" y="0"/>
            <a:ext cx="0" cy="5143500"/>
          </a:xfrm>
          <a:prstGeom prst="line">
            <a:avLst/>
          </a:prstGeom>
          <a:noFill/>
          <a:ln w="6350">
            <a:solidFill>
              <a:srgbClr val="2A3038"/>
            </a:solidFill>
            <a:prstDash val="solid"/>
          </a:ln>
        </p:spPr>
        <p:txBody>
          <a:bodyPr/>
          <a:lstStyle/>
          <a:p>
            <a:endParaRPr lang="en-US"/>
          </a:p>
        </p:txBody>
      </p:sp>
      <p:sp>
        <p:nvSpPr>
          <p:cNvPr id="12" name="grid line">
            <a:extLst>
              <a:ext uri="{FF2B5EF4-FFF2-40B4-BE49-F238E27FC236}">
                <a16:creationId xmlns:a16="http://schemas.microsoft.com/office/drawing/2014/main" id="{1FB6D612-9A2F-3108-4CA0-2386CEECB5DA}"/>
              </a:ext>
              <a:ext uri="{C183D7F6-B498-43B3-948B-1728B52AA6E4}">
                <adec:decorative xmlns:adec="http://schemas.microsoft.com/office/drawing/2017/decorative" val="1"/>
              </a:ext>
            </a:extLst>
          </p:cNvPr>
          <p:cNvSpPr/>
          <p:nvPr/>
        </p:nvSpPr>
        <p:spPr>
          <a:xfrm>
            <a:off x="6286500" y="0"/>
            <a:ext cx="0" cy="5143500"/>
          </a:xfrm>
          <a:prstGeom prst="line">
            <a:avLst/>
          </a:prstGeom>
          <a:noFill/>
          <a:ln w="6350">
            <a:solidFill>
              <a:srgbClr val="2A3038"/>
            </a:solidFill>
            <a:prstDash val="solid"/>
          </a:ln>
        </p:spPr>
        <p:txBody>
          <a:bodyPr/>
          <a:lstStyle/>
          <a:p>
            <a:endParaRPr lang="en-US"/>
          </a:p>
        </p:txBody>
      </p:sp>
      <p:sp>
        <p:nvSpPr>
          <p:cNvPr id="13" name="grid line">
            <a:extLst>
              <a:ext uri="{FF2B5EF4-FFF2-40B4-BE49-F238E27FC236}">
                <a16:creationId xmlns:a16="http://schemas.microsoft.com/office/drawing/2014/main" id="{F4111ED1-F393-3532-F1A6-8C3DF9971C22}"/>
              </a:ext>
              <a:ext uri="{C183D7F6-B498-43B3-948B-1728B52AA6E4}">
                <adec:decorative xmlns:adec="http://schemas.microsoft.com/office/drawing/2017/decorative" val="1"/>
              </a:ext>
            </a:extLst>
          </p:cNvPr>
          <p:cNvSpPr/>
          <p:nvPr/>
        </p:nvSpPr>
        <p:spPr>
          <a:xfrm>
            <a:off x="6858000" y="0"/>
            <a:ext cx="0" cy="5143500"/>
          </a:xfrm>
          <a:prstGeom prst="line">
            <a:avLst/>
          </a:prstGeom>
          <a:noFill/>
          <a:ln w="6350">
            <a:solidFill>
              <a:srgbClr val="2A3038"/>
            </a:solidFill>
            <a:prstDash val="solid"/>
          </a:ln>
        </p:spPr>
        <p:txBody>
          <a:bodyPr/>
          <a:lstStyle/>
          <a:p>
            <a:endParaRPr lang="en-US"/>
          </a:p>
        </p:txBody>
      </p:sp>
      <p:sp>
        <p:nvSpPr>
          <p:cNvPr id="14" name="grid line">
            <a:extLst>
              <a:ext uri="{FF2B5EF4-FFF2-40B4-BE49-F238E27FC236}">
                <a16:creationId xmlns:a16="http://schemas.microsoft.com/office/drawing/2014/main" id="{CBE0A612-26F9-EAA9-5C7E-AA05D7890D52}"/>
              </a:ext>
              <a:ext uri="{C183D7F6-B498-43B3-948B-1728B52AA6E4}">
                <adec:decorative xmlns:adec="http://schemas.microsoft.com/office/drawing/2017/decorative" val="1"/>
              </a:ext>
            </a:extLst>
          </p:cNvPr>
          <p:cNvSpPr/>
          <p:nvPr/>
        </p:nvSpPr>
        <p:spPr>
          <a:xfrm>
            <a:off x="7429500" y="0"/>
            <a:ext cx="0" cy="5143500"/>
          </a:xfrm>
          <a:prstGeom prst="line">
            <a:avLst/>
          </a:prstGeom>
          <a:noFill/>
          <a:ln w="6350">
            <a:solidFill>
              <a:srgbClr val="2A3038"/>
            </a:solidFill>
            <a:prstDash val="solid"/>
          </a:ln>
        </p:spPr>
        <p:txBody>
          <a:bodyPr/>
          <a:lstStyle/>
          <a:p>
            <a:endParaRPr lang="en-US"/>
          </a:p>
        </p:txBody>
      </p:sp>
      <p:sp>
        <p:nvSpPr>
          <p:cNvPr id="15" name="grid line">
            <a:extLst>
              <a:ext uri="{FF2B5EF4-FFF2-40B4-BE49-F238E27FC236}">
                <a16:creationId xmlns:a16="http://schemas.microsoft.com/office/drawing/2014/main" id="{3F61DDF6-F142-4902-DBE0-D63CCBCEB67C}"/>
              </a:ext>
              <a:ext uri="{C183D7F6-B498-43B3-948B-1728B52AA6E4}">
                <adec:decorative xmlns:adec="http://schemas.microsoft.com/office/drawing/2017/decorative" val="1"/>
              </a:ext>
            </a:extLst>
          </p:cNvPr>
          <p:cNvSpPr/>
          <p:nvPr/>
        </p:nvSpPr>
        <p:spPr>
          <a:xfrm>
            <a:off x="8001000" y="0"/>
            <a:ext cx="0" cy="5143500"/>
          </a:xfrm>
          <a:prstGeom prst="line">
            <a:avLst/>
          </a:prstGeom>
          <a:noFill/>
          <a:ln w="6350">
            <a:solidFill>
              <a:srgbClr val="2A3038"/>
            </a:solidFill>
            <a:prstDash val="solid"/>
          </a:ln>
        </p:spPr>
        <p:txBody>
          <a:bodyPr/>
          <a:lstStyle/>
          <a:p>
            <a:endParaRPr lang="en-US"/>
          </a:p>
        </p:txBody>
      </p:sp>
      <p:sp>
        <p:nvSpPr>
          <p:cNvPr id="16" name="grid line">
            <a:extLst>
              <a:ext uri="{FF2B5EF4-FFF2-40B4-BE49-F238E27FC236}">
                <a16:creationId xmlns:a16="http://schemas.microsoft.com/office/drawing/2014/main" id="{10E7D9F7-7BBF-3260-60D1-2D8D92FE1C4D}"/>
              </a:ext>
              <a:ext uri="{C183D7F6-B498-43B3-948B-1728B52AA6E4}">
                <adec:decorative xmlns:adec="http://schemas.microsoft.com/office/drawing/2017/decorative" val="1"/>
              </a:ext>
            </a:extLst>
          </p:cNvPr>
          <p:cNvSpPr/>
          <p:nvPr/>
        </p:nvSpPr>
        <p:spPr>
          <a:xfrm>
            <a:off x="8572500" y="0"/>
            <a:ext cx="0" cy="5143500"/>
          </a:xfrm>
          <a:prstGeom prst="line">
            <a:avLst/>
          </a:prstGeom>
          <a:noFill/>
          <a:ln w="6350">
            <a:solidFill>
              <a:srgbClr val="2A3038"/>
            </a:solidFill>
            <a:prstDash val="solid"/>
          </a:ln>
        </p:spPr>
        <p:txBody>
          <a:bodyPr/>
          <a:lstStyle/>
          <a:p>
            <a:endParaRPr lang="en-US"/>
          </a:p>
        </p:txBody>
      </p:sp>
      <p:sp>
        <p:nvSpPr>
          <p:cNvPr id="17" name="grid line">
            <a:extLst>
              <a:ext uri="{FF2B5EF4-FFF2-40B4-BE49-F238E27FC236}">
                <a16:creationId xmlns:a16="http://schemas.microsoft.com/office/drawing/2014/main" id="{558A63DA-F98B-593D-0076-4A4D84332497}"/>
              </a:ext>
              <a:ext uri="{C183D7F6-B498-43B3-948B-1728B52AA6E4}">
                <adec:decorative xmlns:adec="http://schemas.microsoft.com/office/drawing/2017/decorative" val="1"/>
              </a:ext>
            </a:extLst>
          </p:cNvPr>
          <p:cNvSpPr/>
          <p:nvPr/>
        </p:nvSpPr>
        <p:spPr>
          <a:xfrm>
            <a:off x="0" y="571500"/>
            <a:ext cx="9144000" cy="0"/>
          </a:xfrm>
          <a:prstGeom prst="line">
            <a:avLst/>
          </a:prstGeom>
          <a:noFill/>
          <a:ln w="6350">
            <a:solidFill>
              <a:srgbClr val="2A3038"/>
            </a:solidFill>
            <a:prstDash val="solid"/>
          </a:ln>
        </p:spPr>
        <p:txBody>
          <a:bodyPr/>
          <a:lstStyle/>
          <a:p>
            <a:endParaRPr lang="en-US"/>
          </a:p>
        </p:txBody>
      </p:sp>
      <p:sp>
        <p:nvSpPr>
          <p:cNvPr id="18" name="grid line">
            <a:extLst>
              <a:ext uri="{FF2B5EF4-FFF2-40B4-BE49-F238E27FC236}">
                <a16:creationId xmlns:a16="http://schemas.microsoft.com/office/drawing/2014/main" id="{1A089454-080D-5FD0-3D12-8570335106EC}"/>
              </a:ext>
              <a:ext uri="{C183D7F6-B498-43B3-948B-1728B52AA6E4}">
                <adec:decorative xmlns:adec="http://schemas.microsoft.com/office/drawing/2017/decorative" val="1"/>
              </a:ext>
            </a:extLst>
          </p:cNvPr>
          <p:cNvSpPr/>
          <p:nvPr/>
        </p:nvSpPr>
        <p:spPr>
          <a:xfrm>
            <a:off x="0" y="1143000"/>
            <a:ext cx="9144000" cy="0"/>
          </a:xfrm>
          <a:prstGeom prst="line">
            <a:avLst/>
          </a:prstGeom>
          <a:noFill/>
          <a:ln w="6350">
            <a:solidFill>
              <a:srgbClr val="2A3038"/>
            </a:solidFill>
            <a:prstDash val="solid"/>
          </a:ln>
        </p:spPr>
        <p:txBody>
          <a:bodyPr/>
          <a:lstStyle/>
          <a:p>
            <a:endParaRPr lang="en-US"/>
          </a:p>
        </p:txBody>
      </p:sp>
      <p:sp>
        <p:nvSpPr>
          <p:cNvPr id="19" name="grid line">
            <a:extLst>
              <a:ext uri="{FF2B5EF4-FFF2-40B4-BE49-F238E27FC236}">
                <a16:creationId xmlns:a16="http://schemas.microsoft.com/office/drawing/2014/main" id="{A82427A3-5DE5-5129-FC8F-3F3682E720FA}"/>
              </a:ext>
              <a:ext uri="{C183D7F6-B498-43B3-948B-1728B52AA6E4}">
                <adec:decorative xmlns:adec="http://schemas.microsoft.com/office/drawing/2017/decorative" val="1"/>
              </a:ext>
            </a:extLst>
          </p:cNvPr>
          <p:cNvSpPr/>
          <p:nvPr/>
        </p:nvSpPr>
        <p:spPr>
          <a:xfrm>
            <a:off x="0" y="1714500"/>
            <a:ext cx="9144000" cy="0"/>
          </a:xfrm>
          <a:prstGeom prst="line">
            <a:avLst/>
          </a:prstGeom>
          <a:noFill/>
          <a:ln w="6350">
            <a:solidFill>
              <a:srgbClr val="2A3038"/>
            </a:solidFill>
            <a:prstDash val="solid"/>
          </a:ln>
        </p:spPr>
        <p:txBody>
          <a:bodyPr/>
          <a:lstStyle/>
          <a:p>
            <a:endParaRPr lang="en-US"/>
          </a:p>
        </p:txBody>
      </p:sp>
      <p:sp>
        <p:nvSpPr>
          <p:cNvPr id="20" name="grid line">
            <a:extLst>
              <a:ext uri="{FF2B5EF4-FFF2-40B4-BE49-F238E27FC236}">
                <a16:creationId xmlns:a16="http://schemas.microsoft.com/office/drawing/2014/main" id="{3C1C1F01-C621-7190-8082-C0F0A210AE38}"/>
              </a:ext>
              <a:ext uri="{C183D7F6-B498-43B3-948B-1728B52AA6E4}">
                <adec:decorative xmlns:adec="http://schemas.microsoft.com/office/drawing/2017/decorative" val="1"/>
              </a:ext>
            </a:extLst>
          </p:cNvPr>
          <p:cNvSpPr/>
          <p:nvPr/>
        </p:nvSpPr>
        <p:spPr>
          <a:xfrm>
            <a:off x="0" y="2286000"/>
            <a:ext cx="9144000" cy="0"/>
          </a:xfrm>
          <a:prstGeom prst="line">
            <a:avLst/>
          </a:prstGeom>
          <a:noFill/>
          <a:ln w="6350">
            <a:solidFill>
              <a:srgbClr val="2A3038"/>
            </a:solidFill>
            <a:prstDash val="solid"/>
          </a:ln>
        </p:spPr>
        <p:txBody>
          <a:bodyPr/>
          <a:lstStyle/>
          <a:p>
            <a:endParaRPr lang="en-US"/>
          </a:p>
        </p:txBody>
      </p:sp>
      <p:sp>
        <p:nvSpPr>
          <p:cNvPr id="21" name="grid line">
            <a:extLst>
              <a:ext uri="{FF2B5EF4-FFF2-40B4-BE49-F238E27FC236}">
                <a16:creationId xmlns:a16="http://schemas.microsoft.com/office/drawing/2014/main" id="{640F7E4B-FD85-534E-B002-225FC637D2B8}"/>
              </a:ext>
              <a:ext uri="{C183D7F6-B498-43B3-948B-1728B52AA6E4}">
                <adec:decorative xmlns:adec="http://schemas.microsoft.com/office/drawing/2017/decorative" val="1"/>
              </a:ext>
            </a:extLst>
          </p:cNvPr>
          <p:cNvSpPr/>
          <p:nvPr/>
        </p:nvSpPr>
        <p:spPr>
          <a:xfrm>
            <a:off x="0" y="2857500"/>
            <a:ext cx="9144000" cy="0"/>
          </a:xfrm>
          <a:prstGeom prst="line">
            <a:avLst/>
          </a:prstGeom>
          <a:noFill/>
          <a:ln w="6350">
            <a:solidFill>
              <a:srgbClr val="2A3038"/>
            </a:solidFill>
            <a:prstDash val="solid"/>
          </a:ln>
        </p:spPr>
        <p:txBody>
          <a:bodyPr/>
          <a:lstStyle/>
          <a:p>
            <a:endParaRPr lang="en-US"/>
          </a:p>
        </p:txBody>
      </p:sp>
      <p:sp>
        <p:nvSpPr>
          <p:cNvPr id="22" name="grid line">
            <a:extLst>
              <a:ext uri="{FF2B5EF4-FFF2-40B4-BE49-F238E27FC236}">
                <a16:creationId xmlns:a16="http://schemas.microsoft.com/office/drawing/2014/main" id="{29698391-AFFB-B22D-3E68-1456E743C36C}"/>
              </a:ext>
              <a:ext uri="{C183D7F6-B498-43B3-948B-1728B52AA6E4}">
                <adec:decorative xmlns:adec="http://schemas.microsoft.com/office/drawing/2017/decorative" val="1"/>
              </a:ext>
            </a:extLst>
          </p:cNvPr>
          <p:cNvSpPr/>
          <p:nvPr/>
        </p:nvSpPr>
        <p:spPr>
          <a:xfrm>
            <a:off x="0" y="3429000"/>
            <a:ext cx="9144000" cy="0"/>
          </a:xfrm>
          <a:prstGeom prst="line">
            <a:avLst/>
          </a:prstGeom>
          <a:noFill/>
          <a:ln w="6350">
            <a:solidFill>
              <a:srgbClr val="2A3038"/>
            </a:solidFill>
            <a:prstDash val="solid"/>
          </a:ln>
        </p:spPr>
        <p:txBody>
          <a:bodyPr/>
          <a:lstStyle/>
          <a:p>
            <a:endParaRPr lang="en-US"/>
          </a:p>
        </p:txBody>
      </p:sp>
      <p:sp>
        <p:nvSpPr>
          <p:cNvPr id="23" name="grid line">
            <a:extLst>
              <a:ext uri="{FF2B5EF4-FFF2-40B4-BE49-F238E27FC236}">
                <a16:creationId xmlns:a16="http://schemas.microsoft.com/office/drawing/2014/main" id="{8C706A19-8DEC-C486-4E5C-A88259E3C1C7}"/>
              </a:ext>
              <a:ext uri="{C183D7F6-B498-43B3-948B-1728B52AA6E4}">
                <adec:decorative xmlns:adec="http://schemas.microsoft.com/office/drawing/2017/decorative" val="1"/>
              </a:ext>
            </a:extLst>
          </p:cNvPr>
          <p:cNvSpPr/>
          <p:nvPr/>
        </p:nvSpPr>
        <p:spPr>
          <a:xfrm>
            <a:off x="0" y="4000500"/>
            <a:ext cx="9144000" cy="0"/>
          </a:xfrm>
          <a:prstGeom prst="line">
            <a:avLst/>
          </a:prstGeom>
          <a:noFill/>
          <a:ln w="6350">
            <a:solidFill>
              <a:srgbClr val="2A3038"/>
            </a:solidFill>
            <a:prstDash val="solid"/>
          </a:ln>
        </p:spPr>
        <p:txBody>
          <a:bodyPr/>
          <a:lstStyle/>
          <a:p>
            <a:endParaRPr lang="en-US"/>
          </a:p>
        </p:txBody>
      </p:sp>
      <p:sp>
        <p:nvSpPr>
          <p:cNvPr id="24" name="grid line">
            <a:extLst>
              <a:ext uri="{FF2B5EF4-FFF2-40B4-BE49-F238E27FC236}">
                <a16:creationId xmlns:a16="http://schemas.microsoft.com/office/drawing/2014/main" id="{45E95883-8C8E-3D74-A7E2-DD9209D9506B}"/>
              </a:ext>
              <a:ext uri="{C183D7F6-B498-43B3-948B-1728B52AA6E4}">
                <adec:decorative xmlns:adec="http://schemas.microsoft.com/office/drawing/2017/decorative" val="1"/>
              </a:ext>
            </a:extLst>
          </p:cNvPr>
          <p:cNvSpPr/>
          <p:nvPr/>
        </p:nvSpPr>
        <p:spPr>
          <a:xfrm>
            <a:off x="0" y="4572000"/>
            <a:ext cx="9144000" cy="0"/>
          </a:xfrm>
          <a:prstGeom prst="line">
            <a:avLst/>
          </a:prstGeom>
          <a:noFill/>
          <a:ln w="6350">
            <a:solidFill>
              <a:srgbClr val="2A3038"/>
            </a:solidFill>
            <a:prstDash val="solid"/>
          </a:ln>
        </p:spPr>
        <p:txBody>
          <a:bodyPr/>
          <a:lstStyle/>
          <a:p>
            <a:endParaRPr lang="en-US"/>
          </a:p>
        </p:txBody>
      </p:sp>
      <p:sp>
        <p:nvSpPr>
          <p:cNvPr id="25" name="top accent bar">
            <a:extLst>
              <a:ext uri="{FF2B5EF4-FFF2-40B4-BE49-F238E27FC236}">
                <a16:creationId xmlns:a16="http://schemas.microsoft.com/office/drawing/2014/main" id="{975B88FF-3DC0-AA68-43AE-74AAF1F686A4}"/>
              </a:ext>
              <a:ext uri="{C183D7F6-B498-43B3-948B-1728B52AA6E4}">
                <adec:decorative xmlns:adec="http://schemas.microsoft.com/office/drawing/2017/decorative" val="1"/>
              </a:ext>
            </a:extLst>
          </p:cNvPr>
          <p:cNvSpPr/>
          <p:nvPr/>
        </p:nvSpPr>
        <p:spPr>
          <a:xfrm>
            <a:off x="0" y="0"/>
            <a:ext cx="9144000" cy="82296"/>
          </a:xfrm>
          <a:prstGeom prst="rect">
            <a:avLst/>
          </a:prstGeom>
          <a:solidFill>
            <a:srgbClr val="3BE081"/>
          </a:solidFill>
          <a:ln w="12700">
            <a:solidFill>
              <a:srgbClr val="333333"/>
            </a:solidFill>
            <a:prstDash val="solid"/>
          </a:ln>
        </p:spPr>
        <p:txBody>
          <a:bodyPr/>
          <a:lstStyle/>
          <a:p>
            <a:endParaRPr lang="en-US"/>
          </a:p>
        </p:txBody>
      </p:sp>
      <p:sp>
        <p:nvSpPr>
          <p:cNvPr id="26" name="Text 0">
            <a:extLst>
              <a:ext uri="{FF2B5EF4-FFF2-40B4-BE49-F238E27FC236}">
                <a16:creationId xmlns:a16="http://schemas.microsoft.com/office/drawing/2014/main" id="{B8E9065B-F42D-0B31-0F6A-2EAD0A33A3F9}"/>
              </a:ext>
            </a:extLst>
          </p:cNvPr>
          <p:cNvSpPr>
            <a:spLocks noGrp="1"/>
          </p:cNvSpPr>
          <p:nvPr>
            <p:ph type="title" idx="100" hasCustomPrompt="1"/>
          </p:nvPr>
        </p:nvSpPr>
        <p:spPr>
          <a:xfrm>
            <a:off x="548640" y="384048"/>
            <a:ext cx="8046720" cy="548640"/>
          </a:xfrm>
          <a:prstGeom prst="rect">
            <a:avLst/>
          </a:prstGeom>
          <a:noFill/>
          <a:ln/>
        </p:spPr>
        <p:txBody>
          <a:bodyPr wrap="square" lIns="0" tIns="0" rIns="0" bIns="0" rtlCol="0" anchor="ctr"/>
          <a:lstStyle/>
          <a:p>
            <a:r>
              <a:rPr lang="en-US" sz="2600" b="1" dirty="0">
                <a:solidFill>
                  <a:srgbClr val="E8ECEF"/>
                </a:solidFill>
                <a:latin typeface="Segoe UI" pitchFamily="34" charset="0"/>
                <a:ea typeface="Segoe UI" pitchFamily="34" charset="-122"/>
                <a:cs typeface="Segoe UI" pitchFamily="34" charset="-120"/>
              </a:rPr>
              <a:t>Describing Waterfall Model</a:t>
            </a:r>
            <a:endParaRPr lang="en-US" sz="2600" dirty="0"/>
          </a:p>
        </p:txBody>
      </p:sp>
      <p:sp>
        <p:nvSpPr>
          <p:cNvPr id="58" name="step panel">
            <a:extLst>
              <a:ext uri="{FF2B5EF4-FFF2-40B4-BE49-F238E27FC236}">
                <a16:creationId xmlns:a16="http://schemas.microsoft.com/office/drawing/2014/main" id="{1BE446E9-3380-44FB-855A-3E84E47BAE0E}"/>
              </a:ext>
              <a:ext uri="{C183D7F6-B498-43B3-948B-1728B52AA6E4}">
                <adec:decorative xmlns:adec="http://schemas.microsoft.com/office/drawing/2017/decorative" val="1"/>
              </a:ext>
            </a:extLst>
          </p:cNvPr>
          <p:cNvSpPr/>
          <p:nvPr/>
        </p:nvSpPr>
        <p:spPr>
          <a:xfrm>
            <a:off x="510463" y="1236851"/>
            <a:ext cx="8042038" cy="1243592"/>
          </a:xfrm>
          <a:prstGeom prst="rect">
            <a:avLst/>
          </a:prstGeom>
          <a:solidFill>
            <a:srgbClr val="1B1F25"/>
          </a:solidFill>
          <a:ln w="12700">
            <a:solidFill>
              <a:srgbClr val="2A3038"/>
            </a:solidFill>
            <a:prstDash val="solid"/>
          </a:ln>
        </p:spPr>
        <p:txBody>
          <a:bodyPr/>
          <a:lstStyle/>
          <a:p>
            <a:endParaRPr lang="en-US" dirty="0"/>
          </a:p>
        </p:txBody>
      </p:sp>
      <p:sp>
        <p:nvSpPr>
          <p:cNvPr id="60" name="step accent">
            <a:extLst>
              <a:ext uri="{FF2B5EF4-FFF2-40B4-BE49-F238E27FC236}">
                <a16:creationId xmlns:a16="http://schemas.microsoft.com/office/drawing/2014/main" id="{FC7F4136-7E4B-7F4D-8622-BBC5C26B7DE8}"/>
              </a:ext>
              <a:ext uri="{C183D7F6-B498-43B3-948B-1728B52AA6E4}">
                <adec:decorative xmlns:adec="http://schemas.microsoft.com/office/drawing/2017/decorative" val="1"/>
              </a:ext>
            </a:extLst>
          </p:cNvPr>
          <p:cNvSpPr/>
          <p:nvPr/>
        </p:nvSpPr>
        <p:spPr>
          <a:xfrm>
            <a:off x="553476" y="1142999"/>
            <a:ext cx="8080061" cy="57146"/>
          </a:xfrm>
          <a:prstGeom prst="rect">
            <a:avLst/>
          </a:prstGeom>
          <a:solidFill>
            <a:srgbClr val="3BE081"/>
          </a:solidFill>
          <a:ln w="12700">
            <a:solidFill>
              <a:srgbClr val="333333"/>
            </a:solidFill>
            <a:prstDash val="solid"/>
          </a:ln>
        </p:spPr>
        <p:txBody>
          <a:bodyPr/>
          <a:lstStyle/>
          <a:p>
            <a:endParaRPr lang="en-US"/>
          </a:p>
        </p:txBody>
      </p:sp>
      <p:sp>
        <p:nvSpPr>
          <p:cNvPr id="64" name="Text 31">
            <a:extLst>
              <a:ext uri="{FF2B5EF4-FFF2-40B4-BE49-F238E27FC236}">
                <a16:creationId xmlns:a16="http://schemas.microsoft.com/office/drawing/2014/main" id="{B00F2EDB-1991-F08F-B22F-285EE20190C4}"/>
              </a:ext>
            </a:extLst>
          </p:cNvPr>
          <p:cNvSpPr/>
          <p:nvPr/>
        </p:nvSpPr>
        <p:spPr>
          <a:xfrm>
            <a:off x="672495" y="1171572"/>
            <a:ext cx="7900005" cy="1243592"/>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Waterfall Model is very linear, where you must wait on the previous person to start on your piece of the project. </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Waterfall method gave very little room, or none, to revisit earlier phases of the target. </a:t>
            </a:r>
          </a:p>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Any request of changes will to wait until the next for project cycle</a:t>
            </a:r>
            <a:endParaRPr lang="en-US" sz="1000" dirty="0"/>
          </a:p>
        </p:txBody>
      </p:sp>
      <p:sp>
        <p:nvSpPr>
          <p:cNvPr id="31" name="step panel">
            <a:extLst>
              <a:ext uri="{FF2B5EF4-FFF2-40B4-BE49-F238E27FC236}">
                <a16:creationId xmlns:a16="http://schemas.microsoft.com/office/drawing/2014/main" id="{ED041121-676C-A7D0-E44E-19C5BCB58573}"/>
              </a:ext>
              <a:ext uri="{C183D7F6-B498-43B3-948B-1728B52AA6E4}">
                <adec:decorative xmlns:adec="http://schemas.microsoft.com/office/drawing/2017/decorative" val="1"/>
              </a:ext>
            </a:extLst>
          </p:cNvPr>
          <p:cNvSpPr/>
          <p:nvPr/>
        </p:nvSpPr>
        <p:spPr>
          <a:xfrm>
            <a:off x="572872" y="2874655"/>
            <a:ext cx="7999627" cy="1370244"/>
          </a:xfrm>
          <a:prstGeom prst="rect">
            <a:avLst/>
          </a:prstGeom>
          <a:solidFill>
            <a:srgbClr val="1B1F25"/>
          </a:solidFill>
          <a:ln w="12700">
            <a:solidFill>
              <a:srgbClr val="2A3038"/>
            </a:solidFill>
            <a:prstDash val="solid"/>
          </a:ln>
        </p:spPr>
        <p:txBody>
          <a:bodyPr/>
          <a:lstStyle/>
          <a:p>
            <a:endParaRPr lang="en-US"/>
          </a:p>
        </p:txBody>
      </p:sp>
      <p:sp>
        <p:nvSpPr>
          <p:cNvPr id="41" name="step accent">
            <a:extLst>
              <a:ext uri="{FF2B5EF4-FFF2-40B4-BE49-F238E27FC236}">
                <a16:creationId xmlns:a16="http://schemas.microsoft.com/office/drawing/2014/main" id="{8C94B74C-382F-9236-EE8B-DCF79CEECE4D}"/>
              </a:ext>
              <a:ext uri="{C183D7F6-B498-43B3-948B-1728B52AA6E4}">
                <adec:decorative xmlns:adec="http://schemas.microsoft.com/office/drawing/2017/decorative" val="1"/>
              </a:ext>
            </a:extLst>
          </p:cNvPr>
          <p:cNvSpPr/>
          <p:nvPr/>
        </p:nvSpPr>
        <p:spPr>
          <a:xfrm>
            <a:off x="589524" y="2874655"/>
            <a:ext cx="7999627" cy="45719"/>
          </a:xfrm>
          <a:prstGeom prst="rect">
            <a:avLst/>
          </a:prstGeom>
          <a:solidFill>
            <a:srgbClr val="3BE081"/>
          </a:solidFill>
          <a:ln w="12700">
            <a:solidFill>
              <a:srgbClr val="333333"/>
            </a:solidFill>
            <a:prstDash val="solid"/>
          </a:ln>
        </p:spPr>
        <p:txBody>
          <a:bodyPr/>
          <a:lstStyle/>
          <a:p>
            <a:endParaRPr lang="en-US"/>
          </a:p>
        </p:txBody>
      </p:sp>
      <p:sp>
        <p:nvSpPr>
          <p:cNvPr id="53" name="Text 31">
            <a:extLst>
              <a:ext uri="{FF2B5EF4-FFF2-40B4-BE49-F238E27FC236}">
                <a16:creationId xmlns:a16="http://schemas.microsoft.com/office/drawing/2014/main" id="{7D1A69B2-F1BB-0BAD-3F18-938F26A84A52}"/>
              </a:ext>
            </a:extLst>
          </p:cNvPr>
          <p:cNvSpPr/>
          <p:nvPr/>
        </p:nvSpPr>
        <p:spPr>
          <a:xfrm>
            <a:off x="689146" y="2911361"/>
            <a:ext cx="7900005" cy="1243592"/>
          </a:xfrm>
          <a:prstGeom prst="rect">
            <a:avLst/>
          </a:prstGeom>
          <a:noFill/>
          <a:ln/>
        </p:spPr>
        <p:txBody>
          <a:bodyPr wrap="square" lIns="0" tIns="0" rIns="0" bIns="0" rtlCol="0" anchor="ctr"/>
          <a:lstStyle/>
          <a:p>
            <a:pPr marL="0" indent="0">
              <a:lnSpc>
                <a:spcPts val="1300"/>
              </a:lnSpc>
              <a:buNone/>
            </a:pPr>
            <a:r>
              <a:rPr lang="en-US" sz="1000" dirty="0">
                <a:solidFill>
                  <a:srgbClr val="9AA5B1"/>
                </a:solidFill>
                <a:latin typeface="Segoe UI" pitchFamily="34" charset="0"/>
                <a:cs typeface="Segoe UI" pitchFamily="34" charset="-120"/>
              </a:rPr>
              <a:t>If we take the Detox/Wellness change happened with the Waterfall Methodology, we would’ve had to wait until the original scope was completed before we would even have a chance of modifying the Top 5 Destinations slide.</a:t>
            </a:r>
            <a:endParaRPr lang="en-US" sz="1000" dirty="0"/>
          </a:p>
        </p:txBody>
      </p:sp>
    </p:spTree>
    <p:extLst>
      <p:ext uri="{BB962C8B-B14F-4D97-AF65-F5344CB8AC3E}">
        <p14:creationId xmlns:p14="http://schemas.microsoft.com/office/powerpoint/2010/main" val="4000024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DC5-FB60-E71B-8E29-158EB4BD808D}"/>
            </a:ext>
          </a:extLst>
        </p:cNvPr>
        <p:cNvGrpSpPr/>
        <p:nvPr/>
      </p:nvGrpSpPr>
      <p:grpSpPr>
        <a:xfrm>
          <a:off x="0" y="0"/>
          <a:ext cx="0" cy="0"/>
          <a:chOff x="0" y="0"/>
          <a:chExt cx="0" cy="0"/>
        </a:xfrm>
      </p:grpSpPr>
      <p:sp>
        <p:nvSpPr>
          <p:cNvPr id="2" name="grid line">
            <a:extLst>
              <a:ext uri="{FF2B5EF4-FFF2-40B4-BE49-F238E27FC236}">
                <a16:creationId xmlns:a16="http://schemas.microsoft.com/office/drawing/2014/main" id="{9793A33C-178C-26CA-406D-EAD44C8432BD}"/>
              </a:ext>
              <a:ext uri="{C183D7F6-B498-43B3-948B-1728B52AA6E4}">
                <adec:decorative xmlns:adec="http://schemas.microsoft.com/office/drawing/2017/decorative" val="1"/>
              </a:ext>
            </a:extLst>
          </p:cNvPr>
          <p:cNvSpPr/>
          <p:nvPr/>
        </p:nvSpPr>
        <p:spPr>
          <a:xfrm>
            <a:off x="571500" y="0"/>
            <a:ext cx="0" cy="5143500"/>
          </a:xfrm>
          <a:prstGeom prst="line">
            <a:avLst/>
          </a:prstGeom>
          <a:noFill/>
          <a:ln w="6350">
            <a:solidFill>
              <a:srgbClr val="2A3038"/>
            </a:solidFill>
            <a:prstDash val="solid"/>
          </a:ln>
        </p:spPr>
        <p:txBody>
          <a:bodyPr/>
          <a:lstStyle/>
          <a:p>
            <a:endParaRPr lang="en-US"/>
          </a:p>
        </p:txBody>
      </p:sp>
      <p:sp>
        <p:nvSpPr>
          <p:cNvPr id="3" name="grid line">
            <a:extLst>
              <a:ext uri="{FF2B5EF4-FFF2-40B4-BE49-F238E27FC236}">
                <a16:creationId xmlns:a16="http://schemas.microsoft.com/office/drawing/2014/main" id="{B1766CC9-E759-0330-DFC9-43146559B4D8}"/>
              </a:ext>
              <a:ext uri="{C183D7F6-B498-43B3-948B-1728B52AA6E4}">
                <adec:decorative xmlns:adec="http://schemas.microsoft.com/office/drawing/2017/decorative" val="1"/>
              </a:ext>
            </a:extLst>
          </p:cNvPr>
          <p:cNvSpPr/>
          <p:nvPr/>
        </p:nvSpPr>
        <p:spPr>
          <a:xfrm>
            <a:off x="1143000" y="0"/>
            <a:ext cx="0" cy="5143500"/>
          </a:xfrm>
          <a:prstGeom prst="line">
            <a:avLst/>
          </a:prstGeom>
          <a:noFill/>
          <a:ln w="6350">
            <a:solidFill>
              <a:srgbClr val="2A3038"/>
            </a:solidFill>
            <a:prstDash val="solid"/>
          </a:ln>
        </p:spPr>
        <p:txBody>
          <a:bodyPr/>
          <a:lstStyle/>
          <a:p>
            <a:endParaRPr lang="en-US"/>
          </a:p>
        </p:txBody>
      </p:sp>
      <p:sp>
        <p:nvSpPr>
          <p:cNvPr id="4" name="grid line">
            <a:extLst>
              <a:ext uri="{FF2B5EF4-FFF2-40B4-BE49-F238E27FC236}">
                <a16:creationId xmlns:a16="http://schemas.microsoft.com/office/drawing/2014/main" id="{09D7EC60-ED04-71E7-F52B-AF1C5A97EBA0}"/>
              </a:ext>
              <a:ext uri="{C183D7F6-B498-43B3-948B-1728B52AA6E4}">
                <adec:decorative xmlns:adec="http://schemas.microsoft.com/office/drawing/2017/decorative" val="1"/>
              </a:ext>
            </a:extLst>
          </p:cNvPr>
          <p:cNvSpPr/>
          <p:nvPr/>
        </p:nvSpPr>
        <p:spPr>
          <a:xfrm>
            <a:off x="1714500" y="0"/>
            <a:ext cx="0" cy="5143500"/>
          </a:xfrm>
          <a:prstGeom prst="line">
            <a:avLst/>
          </a:prstGeom>
          <a:noFill/>
          <a:ln w="6350">
            <a:solidFill>
              <a:srgbClr val="2A3038"/>
            </a:solidFill>
            <a:prstDash val="solid"/>
          </a:ln>
        </p:spPr>
        <p:txBody>
          <a:bodyPr/>
          <a:lstStyle/>
          <a:p>
            <a:endParaRPr lang="en-US"/>
          </a:p>
        </p:txBody>
      </p:sp>
      <p:sp>
        <p:nvSpPr>
          <p:cNvPr id="5" name="grid line">
            <a:extLst>
              <a:ext uri="{FF2B5EF4-FFF2-40B4-BE49-F238E27FC236}">
                <a16:creationId xmlns:a16="http://schemas.microsoft.com/office/drawing/2014/main" id="{DDC1ADCD-5098-83A8-AA83-6CF4C41FCF7D}"/>
              </a:ext>
              <a:ext uri="{C183D7F6-B498-43B3-948B-1728B52AA6E4}">
                <adec:decorative xmlns:adec="http://schemas.microsoft.com/office/drawing/2017/decorative" val="1"/>
              </a:ext>
            </a:extLst>
          </p:cNvPr>
          <p:cNvSpPr/>
          <p:nvPr/>
        </p:nvSpPr>
        <p:spPr>
          <a:xfrm>
            <a:off x="2286000" y="0"/>
            <a:ext cx="0" cy="5143500"/>
          </a:xfrm>
          <a:prstGeom prst="line">
            <a:avLst/>
          </a:prstGeom>
          <a:noFill/>
          <a:ln w="6350">
            <a:solidFill>
              <a:srgbClr val="2A3038"/>
            </a:solidFill>
            <a:prstDash val="solid"/>
          </a:ln>
        </p:spPr>
        <p:txBody>
          <a:bodyPr/>
          <a:lstStyle/>
          <a:p>
            <a:endParaRPr lang="en-US"/>
          </a:p>
        </p:txBody>
      </p:sp>
      <p:sp>
        <p:nvSpPr>
          <p:cNvPr id="6" name="grid line">
            <a:extLst>
              <a:ext uri="{FF2B5EF4-FFF2-40B4-BE49-F238E27FC236}">
                <a16:creationId xmlns:a16="http://schemas.microsoft.com/office/drawing/2014/main" id="{E8DE655D-F04A-586F-16C1-7905A5A73CBE}"/>
              </a:ext>
              <a:ext uri="{C183D7F6-B498-43B3-948B-1728B52AA6E4}">
                <adec:decorative xmlns:adec="http://schemas.microsoft.com/office/drawing/2017/decorative" val="1"/>
              </a:ext>
            </a:extLst>
          </p:cNvPr>
          <p:cNvSpPr/>
          <p:nvPr/>
        </p:nvSpPr>
        <p:spPr>
          <a:xfrm>
            <a:off x="2857500" y="0"/>
            <a:ext cx="0" cy="5143500"/>
          </a:xfrm>
          <a:prstGeom prst="line">
            <a:avLst/>
          </a:prstGeom>
          <a:noFill/>
          <a:ln w="6350">
            <a:solidFill>
              <a:srgbClr val="2A3038"/>
            </a:solidFill>
            <a:prstDash val="solid"/>
          </a:ln>
        </p:spPr>
        <p:txBody>
          <a:bodyPr/>
          <a:lstStyle/>
          <a:p>
            <a:endParaRPr lang="en-US"/>
          </a:p>
        </p:txBody>
      </p:sp>
      <p:sp>
        <p:nvSpPr>
          <p:cNvPr id="7" name="grid line">
            <a:extLst>
              <a:ext uri="{FF2B5EF4-FFF2-40B4-BE49-F238E27FC236}">
                <a16:creationId xmlns:a16="http://schemas.microsoft.com/office/drawing/2014/main" id="{DF44AB83-B4A3-1990-1E29-CFFAB649B1DB}"/>
              </a:ext>
              <a:ext uri="{C183D7F6-B498-43B3-948B-1728B52AA6E4}">
                <adec:decorative xmlns:adec="http://schemas.microsoft.com/office/drawing/2017/decorative" val="1"/>
              </a:ext>
            </a:extLst>
          </p:cNvPr>
          <p:cNvSpPr/>
          <p:nvPr/>
        </p:nvSpPr>
        <p:spPr>
          <a:xfrm>
            <a:off x="3429000" y="0"/>
            <a:ext cx="0" cy="5143500"/>
          </a:xfrm>
          <a:prstGeom prst="line">
            <a:avLst/>
          </a:prstGeom>
          <a:noFill/>
          <a:ln w="6350">
            <a:solidFill>
              <a:srgbClr val="2A3038"/>
            </a:solidFill>
            <a:prstDash val="solid"/>
          </a:ln>
        </p:spPr>
        <p:txBody>
          <a:bodyPr/>
          <a:lstStyle/>
          <a:p>
            <a:endParaRPr lang="en-US"/>
          </a:p>
        </p:txBody>
      </p:sp>
      <p:sp>
        <p:nvSpPr>
          <p:cNvPr id="8" name="grid line">
            <a:extLst>
              <a:ext uri="{FF2B5EF4-FFF2-40B4-BE49-F238E27FC236}">
                <a16:creationId xmlns:a16="http://schemas.microsoft.com/office/drawing/2014/main" id="{DF77EE87-8F69-FDC8-94BA-CE110451405E}"/>
              </a:ext>
              <a:ext uri="{C183D7F6-B498-43B3-948B-1728B52AA6E4}">
                <adec:decorative xmlns:adec="http://schemas.microsoft.com/office/drawing/2017/decorative" val="1"/>
              </a:ext>
            </a:extLst>
          </p:cNvPr>
          <p:cNvSpPr/>
          <p:nvPr/>
        </p:nvSpPr>
        <p:spPr>
          <a:xfrm>
            <a:off x="4000500" y="0"/>
            <a:ext cx="0" cy="5143500"/>
          </a:xfrm>
          <a:prstGeom prst="line">
            <a:avLst/>
          </a:prstGeom>
          <a:noFill/>
          <a:ln w="6350">
            <a:solidFill>
              <a:srgbClr val="2A3038"/>
            </a:solidFill>
            <a:prstDash val="solid"/>
          </a:ln>
        </p:spPr>
        <p:txBody>
          <a:bodyPr/>
          <a:lstStyle/>
          <a:p>
            <a:endParaRPr lang="en-US"/>
          </a:p>
        </p:txBody>
      </p:sp>
      <p:sp>
        <p:nvSpPr>
          <p:cNvPr id="9" name="grid line">
            <a:extLst>
              <a:ext uri="{FF2B5EF4-FFF2-40B4-BE49-F238E27FC236}">
                <a16:creationId xmlns:a16="http://schemas.microsoft.com/office/drawing/2014/main" id="{90341FC4-8565-7097-2628-D660132F9C5D}"/>
              </a:ext>
              <a:ext uri="{C183D7F6-B498-43B3-948B-1728B52AA6E4}">
                <adec:decorative xmlns:adec="http://schemas.microsoft.com/office/drawing/2017/decorative" val="1"/>
              </a:ext>
            </a:extLst>
          </p:cNvPr>
          <p:cNvSpPr/>
          <p:nvPr/>
        </p:nvSpPr>
        <p:spPr>
          <a:xfrm>
            <a:off x="4572000" y="0"/>
            <a:ext cx="0" cy="5143500"/>
          </a:xfrm>
          <a:prstGeom prst="line">
            <a:avLst/>
          </a:prstGeom>
          <a:noFill/>
          <a:ln w="6350">
            <a:solidFill>
              <a:srgbClr val="2A3038"/>
            </a:solidFill>
            <a:prstDash val="solid"/>
          </a:ln>
        </p:spPr>
        <p:txBody>
          <a:bodyPr/>
          <a:lstStyle/>
          <a:p>
            <a:endParaRPr lang="en-US"/>
          </a:p>
        </p:txBody>
      </p:sp>
      <p:sp>
        <p:nvSpPr>
          <p:cNvPr id="10" name="grid line">
            <a:extLst>
              <a:ext uri="{FF2B5EF4-FFF2-40B4-BE49-F238E27FC236}">
                <a16:creationId xmlns:a16="http://schemas.microsoft.com/office/drawing/2014/main" id="{1D6A933B-DAC6-F932-9810-A909EE132803}"/>
              </a:ext>
              <a:ext uri="{C183D7F6-B498-43B3-948B-1728B52AA6E4}">
                <adec:decorative xmlns:adec="http://schemas.microsoft.com/office/drawing/2017/decorative" val="1"/>
              </a:ext>
            </a:extLst>
          </p:cNvPr>
          <p:cNvSpPr/>
          <p:nvPr/>
        </p:nvSpPr>
        <p:spPr>
          <a:xfrm>
            <a:off x="5143500" y="0"/>
            <a:ext cx="0" cy="5143500"/>
          </a:xfrm>
          <a:prstGeom prst="line">
            <a:avLst/>
          </a:prstGeom>
          <a:noFill/>
          <a:ln w="6350">
            <a:solidFill>
              <a:srgbClr val="2A3038"/>
            </a:solidFill>
            <a:prstDash val="solid"/>
          </a:ln>
        </p:spPr>
        <p:txBody>
          <a:bodyPr/>
          <a:lstStyle/>
          <a:p>
            <a:endParaRPr lang="en-US"/>
          </a:p>
        </p:txBody>
      </p:sp>
      <p:sp>
        <p:nvSpPr>
          <p:cNvPr id="11" name="grid line">
            <a:extLst>
              <a:ext uri="{FF2B5EF4-FFF2-40B4-BE49-F238E27FC236}">
                <a16:creationId xmlns:a16="http://schemas.microsoft.com/office/drawing/2014/main" id="{04B5C76B-7DBF-EB9E-04F9-9C5B0852FBE3}"/>
              </a:ext>
              <a:ext uri="{C183D7F6-B498-43B3-948B-1728B52AA6E4}">
                <adec:decorative xmlns:adec="http://schemas.microsoft.com/office/drawing/2017/decorative" val="1"/>
              </a:ext>
            </a:extLst>
          </p:cNvPr>
          <p:cNvSpPr/>
          <p:nvPr/>
        </p:nvSpPr>
        <p:spPr>
          <a:xfrm>
            <a:off x="5715000" y="0"/>
            <a:ext cx="0" cy="5143500"/>
          </a:xfrm>
          <a:prstGeom prst="line">
            <a:avLst/>
          </a:prstGeom>
          <a:noFill/>
          <a:ln w="6350">
            <a:solidFill>
              <a:srgbClr val="2A3038"/>
            </a:solidFill>
            <a:prstDash val="solid"/>
          </a:ln>
        </p:spPr>
        <p:txBody>
          <a:bodyPr/>
          <a:lstStyle/>
          <a:p>
            <a:endParaRPr lang="en-US"/>
          </a:p>
        </p:txBody>
      </p:sp>
      <p:sp>
        <p:nvSpPr>
          <p:cNvPr id="12" name="grid line">
            <a:extLst>
              <a:ext uri="{FF2B5EF4-FFF2-40B4-BE49-F238E27FC236}">
                <a16:creationId xmlns:a16="http://schemas.microsoft.com/office/drawing/2014/main" id="{83538720-E170-CC3C-5FC9-C9A1B777E0B2}"/>
              </a:ext>
              <a:ext uri="{C183D7F6-B498-43B3-948B-1728B52AA6E4}">
                <adec:decorative xmlns:adec="http://schemas.microsoft.com/office/drawing/2017/decorative" val="1"/>
              </a:ext>
            </a:extLst>
          </p:cNvPr>
          <p:cNvSpPr/>
          <p:nvPr/>
        </p:nvSpPr>
        <p:spPr>
          <a:xfrm>
            <a:off x="6286500" y="0"/>
            <a:ext cx="0" cy="5143500"/>
          </a:xfrm>
          <a:prstGeom prst="line">
            <a:avLst/>
          </a:prstGeom>
          <a:noFill/>
          <a:ln w="6350">
            <a:solidFill>
              <a:srgbClr val="2A3038"/>
            </a:solidFill>
            <a:prstDash val="solid"/>
          </a:ln>
        </p:spPr>
        <p:txBody>
          <a:bodyPr/>
          <a:lstStyle/>
          <a:p>
            <a:endParaRPr lang="en-US"/>
          </a:p>
        </p:txBody>
      </p:sp>
      <p:sp>
        <p:nvSpPr>
          <p:cNvPr id="13" name="grid line">
            <a:extLst>
              <a:ext uri="{FF2B5EF4-FFF2-40B4-BE49-F238E27FC236}">
                <a16:creationId xmlns:a16="http://schemas.microsoft.com/office/drawing/2014/main" id="{DD655C28-4199-EC66-484D-71E950A759C1}"/>
              </a:ext>
              <a:ext uri="{C183D7F6-B498-43B3-948B-1728B52AA6E4}">
                <adec:decorative xmlns:adec="http://schemas.microsoft.com/office/drawing/2017/decorative" val="1"/>
              </a:ext>
            </a:extLst>
          </p:cNvPr>
          <p:cNvSpPr/>
          <p:nvPr/>
        </p:nvSpPr>
        <p:spPr>
          <a:xfrm>
            <a:off x="6858000" y="0"/>
            <a:ext cx="0" cy="5143500"/>
          </a:xfrm>
          <a:prstGeom prst="line">
            <a:avLst/>
          </a:prstGeom>
          <a:noFill/>
          <a:ln w="6350">
            <a:solidFill>
              <a:srgbClr val="2A3038"/>
            </a:solidFill>
            <a:prstDash val="solid"/>
          </a:ln>
        </p:spPr>
        <p:txBody>
          <a:bodyPr/>
          <a:lstStyle/>
          <a:p>
            <a:endParaRPr lang="en-US"/>
          </a:p>
        </p:txBody>
      </p:sp>
      <p:sp>
        <p:nvSpPr>
          <p:cNvPr id="14" name="grid line">
            <a:extLst>
              <a:ext uri="{FF2B5EF4-FFF2-40B4-BE49-F238E27FC236}">
                <a16:creationId xmlns:a16="http://schemas.microsoft.com/office/drawing/2014/main" id="{882A0D7B-B66D-CAB4-5579-8F2F5AA40C08}"/>
              </a:ext>
              <a:ext uri="{C183D7F6-B498-43B3-948B-1728B52AA6E4}">
                <adec:decorative xmlns:adec="http://schemas.microsoft.com/office/drawing/2017/decorative" val="1"/>
              </a:ext>
            </a:extLst>
          </p:cNvPr>
          <p:cNvSpPr/>
          <p:nvPr/>
        </p:nvSpPr>
        <p:spPr>
          <a:xfrm>
            <a:off x="7429500" y="0"/>
            <a:ext cx="0" cy="5143500"/>
          </a:xfrm>
          <a:prstGeom prst="line">
            <a:avLst/>
          </a:prstGeom>
          <a:noFill/>
          <a:ln w="6350">
            <a:solidFill>
              <a:srgbClr val="2A3038"/>
            </a:solidFill>
            <a:prstDash val="solid"/>
          </a:ln>
        </p:spPr>
        <p:txBody>
          <a:bodyPr/>
          <a:lstStyle/>
          <a:p>
            <a:endParaRPr lang="en-US"/>
          </a:p>
        </p:txBody>
      </p:sp>
      <p:sp>
        <p:nvSpPr>
          <p:cNvPr id="15" name="grid line">
            <a:extLst>
              <a:ext uri="{FF2B5EF4-FFF2-40B4-BE49-F238E27FC236}">
                <a16:creationId xmlns:a16="http://schemas.microsoft.com/office/drawing/2014/main" id="{214E72D4-91BE-0FB7-E7F6-382EA75EE75E}"/>
              </a:ext>
              <a:ext uri="{C183D7F6-B498-43B3-948B-1728B52AA6E4}">
                <adec:decorative xmlns:adec="http://schemas.microsoft.com/office/drawing/2017/decorative" val="1"/>
              </a:ext>
            </a:extLst>
          </p:cNvPr>
          <p:cNvSpPr/>
          <p:nvPr/>
        </p:nvSpPr>
        <p:spPr>
          <a:xfrm>
            <a:off x="8001000" y="0"/>
            <a:ext cx="0" cy="5143500"/>
          </a:xfrm>
          <a:prstGeom prst="line">
            <a:avLst/>
          </a:prstGeom>
          <a:noFill/>
          <a:ln w="6350">
            <a:solidFill>
              <a:srgbClr val="2A3038"/>
            </a:solidFill>
            <a:prstDash val="solid"/>
          </a:ln>
        </p:spPr>
        <p:txBody>
          <a:bodyPr/>
          <a:lstStyle/>
          <a:p>
            <a:endParaRPr lang="en-US"/>
          </a:p>
        </p:txBody>
      </p:sp>
      <p:sp>
        <p:nvSpPr>
          <p:cNvPr id="16" name="grid line">
            <a:extLst>
              <a:ext uri="{FF2B5EF4-FFF2-40B4-BE49-F238E27FC236}">
                <a16:creationId xmlns:a16="http://schemas.microsoft.com/office/drawing/2014/main" id="{8646280C-3EBC-C484-6003-7E72D80EF203}"/>
              </a:ext>
              <a:ext uri="{C183D7F6-B498-43B3-948B-1728B52AA6E4}">
                <adec:decorative xmlns:adec="http://schemas.microsoft.com/office/drawing/2017/decorative" val="1"/>
              </a:ext>
            </a:extLst>
          </p:cNvPr>
          <p:cNvSpPr/>
          <p:nvPr/>
        </p:nvSpPr>
        <p:spPr>
          <a:xfrm>
            <a:off x="8572500" y="0"/>
            <a:ext cx="0" cy="5143500"/>
          </a:xfrm>
          <a:prstGeom prst="line">
            <a:avLst/>
          </a:prstGeom>
          <a:noFill/>
          <a:ln w="6350">
            <a:solidFill>
              <a:srgbClr val="2A3038"/>
            </a:solidFill>
            <a:prstDash val="solid"/>
          </a:ln>
        </p:spPr>
        <p:txBody>
          <a:bodyPr/>
          <a:lstStyle/>
          <a:p>
            <a:endParaRPr lang="en-US"/>
          </a:p>
        </p:txBody>
      </p:sp>
      <p:sp>
        <p:nvSpPr>
          <p:cNvPr id="17" name="grid line">
            <a:extLst>
              <a:ext uri="{FF2B5EF4-FFF2-40B4-BE49-F238E27FC236}">
                <a16:creationId xmlns:a16="http://schemas.microsoft.com/office/drawing/2014/main" id="{4D2F9D8F-017B-5FEB-EFE8-F68434B39093}"/>
              </a:ext>
              <a:ext uri="{C183D7F6-B498-43B3-948B-1728B52AA6E4}">
                <adec:decorative xmlns:adec="http://schemas.microsoft.com/office/drawing/2017/decorative" val="1"/>
              </a:ext>
            </a:extLst>
          </p:cNvPr>
          <p:cNvSpPr/>
          <p:nvPr/>
        </p:nvSpPr>
        <p:spPr>
          <a:xfrm>
            <a:off x="0" y="571500"/>
            <a:ext cx="9144000" cy="0"/>
          </a:xfrm>
          <a:prstGeom prst="line">
            <a:avLst/>
          </a:prstGeom>
          <a:noFill/>
          <a:ln w="6350">
            <a:solidFill>
              <a:srgbClr val="2A3038"/>
            </a:solidFill>
            <a:prstDash val="solid"/>
          </a:ln>
        </p:spPr>
        <p:txBody>
          <a:bodyPr/>
          <a:lstStyle/>
          <a:p>
            <a:endParaRPr lang="en-US"/>
          </a:p>
        </p:txBody>
      </p:sp>
      <p:sp>
        <p:nvSpPr>
          <p:cNvPr id="18" name="grid line">
            <a:extLst>
              <a:ext uri="{FF2B5EF4-FFF2-40B4-BE49-F238E27FC236}">
                <a16:creationId xmlns:a16="http://schemas.microsoft.com/office/drawing/2014/main" id="{62A0746A-E1FD-81AC-9D4B-AD22928AC8FC}"/>
              </a:ext>
              <a:ext uri="{C183D7F6-B498-43B3-948B-1728B52AA6E4}">
                <adec:decorative xmlns:adec="http://schemas.microsoft.com/office/drawing/2017/decorative" val="1"/>
              </a:ext>
            </a:extLst>
          </p:cNvPr>
          <p:cNvSpPr/>
          <p:nvPr/>
        </p:nvSpPr>
        <p:spPr>
          <a:xfrm>
            <a:off x="0" y="1143000"/>
            <a:ext cx="9144000" cy="0"/>
          </a:xfrm>
          <a:prstGeom prst="line">
            <a:avLst/>
          </a:prstGeom>
          <a:noFill/>
          <a:ln w="6350">
            <a:solidFill>
              <a:srgbClr val="2A3038"/>
            </a:solidFill>
            <a:prstDash val="solid"/>
          </a:ln>
        </p:spPr>
        <p:txBody>
          <a:bodyPr/>
          <a:lstStyle/>
          <a:p>
            <a:endParaRPr lang="en-US"/>
          </a:p>
        </p:txBody>
      </p:sp>
      <p:sp>
        <p:nvSpPr>
          <p:cNvPr id="19" name="grid line">
            <a:extLst>
              <a:ext uri="{FF2B5EF4-FFF2-40B4-BE49-F238E27FC236}">
                <a16:creationId xmlns:a16="http://schemas.microsoft.com/office/drawing/2014/main" id="{CF2107C8-7627-F04B-9CFB-76F88B9F6BB4}"/>
              </a:ext>
              <a:ext uri="{C183D7F6-B498-43B3-948B-1728B52AA6E4}">
                <adec:decorative xmlns:adec="http://schemas.microsoft.com/office/drawing/2017/decorative" val="1"/>
              </a:ext>
            </a:extLst>
          </p:cNvPr>
          <p:cNvSpPr/>
          <p:nvPr/>
        </p:nvSpPr>
        <p:spPr>
          <a:xfrm>
            <a:off x="0" y="1714500"/>
            <a:ext cx="9144000" cy="0"/>
          </a:xfrm>
          <a:prstGeom prst="line">
            <a:avLst/>
          </a:prstGeom>
          <a:noFill/>
          <a:ln w="6350">
            <a:solidFill>
              <a:srgbClr val="2A3038"/>
            </a:solidFill>
            <a:prstDash val="solid"/>
          </a:ln>
        </p:spPr>
        <p:txBody>
          <a:bodyPr/>
          <a:lstStyle/>
          <a:p>
            <a:endParaRPr lang="en-US"/>
          </a:p>
        </p:txBody>
      </p:sp>
      <p:sp>
        <p:nvSpPr>
          <p:cNvPr id="20" name="grid line">
            <a:extLst>
              <a:ext uri="{FF2B5EF4-FFF2-40B4-BE49-F238E27FC236}">
                <a16:creationId xmlns:a16="http://schemas.microsoft.com/office/drawing/2014/main" id="{7DB98408-87B0-ED6B-E6BA-914597848D47}"/>
              </a:ext>
              <a:ext uri="{C183D7F6-B498-43B3-948B-1728B52AA6E4}">
                <adec:decorative xmlns:adec="http://schemas.microsoft.com/office/drawing/2017/decorative" val="1"/>
              </a:ext>
            </a:extLst>
          </p:cNvPr>
          <p:cNvSpPr/>
          <p:nvPr/>
        </p:nvSpPr>
        <p:spPr>
          <a:xfrm>
            <a:off x="0" y="2286000"/>
            <a:ext cx="9144000" cy="0"/>
          </a:xfrm>
          <a:prstGeom prst="line">
            <a:avLst/>
          </a:prstGeom>
          <a:noFill/>
          <a:ln w="6350">
            <a:solidFill>
              <a:srgbClr val="2A3038"/>
            </a:solidFill>
            <a:prstDash val="solid"/>
          </a:ln>
        </p:spPr>
        <p:txBody>
          <a:bodyPr/>
          <a:lstStyle/>
          <a:p>
            <a:endParaRPr lang="en-US"/>
          </a:p>
        </p:txBody>
      </p:sp>
      <p:sp>
        <p:nvSpPr>
          <p:cNvPr id="21" name="grid line">
            <a:extLst>
              <a:ext uri="{FF2B5EF4-FFF2-40B4-BE49-F238E27FC236}">
                <a16:creationId xmlns:a16="http://schemas.microsoft.com/office/drawing/2014/main" id="{30DCB0E0-F2E3-0D64-1EBD-6E8BE8E85BD0}"/>
              </a:ext>
              <a:ext uri="{C183D7F6-B498-43B3-948B-1728B52AA6E4}">
                <adec:decorative xmlns:adec="http://schemas.microsoft.com/office/drawing/2017/decorative" val="1"/>
              </a:ext>
            </a:extLst>
          </p:cNvPr>
          <p:cNvSpPr/>
          <p:nvPr/>
        </p:nvSpPr>
        <p:spPr>
          <a:xfrm>
            <a:off x="0" y="2857500"/>
            <a:ext cx="9144000" cy="0"/>
          </a:xfrm>
          <a:prstGeom prst="line">
            <a:avLst/>
          </a:prstGeom>
          <a:noFill/>
          <a:ln w="6350">
            <a:solidFill>
              <a:srgbClr val="2A3038"/>
            </a:solidFill>
            <a:prstDash val="solid"/>
          </a:ln>
        </p:spPr>
        <p:txBody>
          <a:bodyPr/>
          <a:lstStyle/>
          <a:p>
            <a:endParaRPr lang="en-US"/>
          </a:p>
        </p:txBody>
      </p:sp>
      <p:sp>
        <p:nvSpPr>
          <p:cNvPr id="22" name="grid line">
            <a:extLst>
              <a:ext uri="{FF2B5EF4-FFF2-40B4-BE49-F238E27FC236}">
                <a16:creationId xmlns:a16="http://schemas.microsoft.com/office/drawing/2014/main" id="{6B191F49-9841-6139-367B-FE858E753F79}"/>
              </a:ext>
              <a:ext uri="{C183D7F6-B498-43B3-948B-1728B52AA6E4}">
                <adec:decorative xmlns:adec="http://schemas.microsoft.com/office/drawing/2017/decorative" val="1"/>
              </a:ext>
            </a:extLst>
          </p:cNvPr>
          <p:cNvSpPr/>
          <p:nvPr/>
        </p:nvSpPr>
        <p:spPr>
          <a:xfrm>
            <a:off x="0" y="3429000"/>
            <a:ext cx="9144000" cy="0"/>
          </a:xfrm>
          <a:prstGeom prst="line">
            <a:avLst/>
          </a:prstGeom>
          <a:noFill/>
          <a:ln w="6350">
            <a:solidFill>
              <a:srgbClr val="2A3038"/>
            </a:solidFill>
            <a:prstDash val="solid"/>
          </a:ln>
        </p:spPr>
        <p:txBody>
          <a:bodyPr/>
          <a:lstStyle/>
          <a:p>
            <a:endParaRPr lang="en-US"/>
          </a:p>
        </p:txBody>
      </p:sp>
      <p:sp>
        <p:nvSpPr>
          <p:cNvPr id="23" name="grid line">
            <a:extLst>
              <a:ext uri="{FF2B5EF4-FFF2-40B4-BE49-F238E27FC236}">
                <a16:creationId xmlns:a16="http://schemas.microsoft.com/office/drawing/2014/main" id="{917B2CD4-BC86-A76A-5BFB-B3D35937F01E}"/>
              </a:ext>
              <a:ext uri="{C183D7F6-B498-43B3-948B-1728B52AA6E4}">
                <adec:decorative xmlns:adec="http://schemas.microsoft.com/office/drawing/2017/decorative" val="1"/>
              </a:ext>
            </a:extLst>
          </p:cNvPr>
          <p:cNvSpPr/>
          <p:nvPr/>
        </p:nvSpPr>
        <p:spPr>
          <a:xfrm>
            <a:off x="0" y="4000500"/>
            <a:ext cx="9144000" cy="0"/>
          </a:xfrm>
          <a:prstGeom prst="line">
            <a:avLst/>
          </a:prstGeom>
          <a:noFill/>
          <a:ln w="6350">
            <a:solidFill>
              <a:srgbClr val="2A3038"/>
            </a:solidFill>
            <a:prstDash val="solid"/>
          </a:ln>
        </p:spPr>
        <p:txBody>
          <a:bodyPr/>
          <a:lstStyle/>
          <a:p>
            <a:endParaRPr lang="en-US"/>
          </a:p>
        </p:txBody>
      </p:sp>
      <p:sp>
        <p:nvSpPr>
          <p:cNvPr id="24" name="grid line">
            <a:extLst>
              <a:ext uri="{FF2B5EF4-FFF2-40B4-BE49-F238E27FC236}">
                <a16:creationId xmlns:a16="http://schemas.microsoft.com/office/drawing/2014/main" id="{6EDE4340-66B6-1F51-9901-BDB23ED47B0F}"/>
              </a:ext>
              <a:ext uri="{C183D7F6-B498-43B3-948B-1728B52AA6E4}">
                <adec:decorative xmlns:adec="http://schemas.microsoft.com/office/drawing/2017/decorative" val="1"/>
              </a:ext>
            </a:extLst>
          </p:cNvPr>
          <p:cNvSpPr/>
          <p:nvPr/>
        </p:nvSpPr>
        <p:spPr>
          <a:xfrm>
            <a:off x="0" y="4572000"/>
            <a:ext cx="9144000" cy="0"/>
          </a:xfrm>
          <a:prstGeom prst="line">
            <a:avLst/>
          </a:prstGeom>
          <a:noFill/>
          <a:ln w="6350">
            <a:solidFill>
              <a:srgbClr val="2A3038"/>
            </a:solidFill>
            <a:prstDash val="solid"/>
          </a:ln>
        </p:spPr>
        <p:txBody>
          <a:bodyPr/>
          <a:lstStyle/>
          <a:p>
            <a:endParaRPr lang="en-US"/>
          </a:p>
        </p:txBody>
      </p:sp>
      <p:sp>
        <p:nvSpPr>
          <p:cNvPr id="25" name="top accent bar">
            <a:extLst>
              <a:ext uri="{FF2B5EF4-FFF2-40B4-BE49-F238E27FC236}">
                <a16:creationId xmlns:a16="http://schemas.microsoft.com/office/drawing/2014/main" id="{5C896932-CB2C-CD54-C6E9-7719BA6051D6}"/>
              </a:ext>
              <a:ext uri="{C183D7F6-B498-43B3-948B-1728B52AA6E4}">
                <adec:decorative xmlns:adec="http://schemas.microsoft.com/office/drawing/2017/decorative" val="1"/>
              </a:ext>
            </a:extLst>
          </p:cNvPr>
          <p:cNvSpPr/>
          <p:nvPr/>
        </p:nvSpPr>
        <p:spPr>
          <a:xfrm>
            <a:off x="0" y="0"/>
            <a:ext cx="9144000" cy="82296"/>
          </a:xfrm>
          <a:prstGeom prst="rect">
            <a:avLst/>
          </a:prstGeom>
          <a:solidFill>
            <a:srgbClr val="3BE081"/>
          </a:solidFill>
          <a:ln w="12700">
            <a:solidFill>
              <a:srgbClr val="333333"/>
            </a:solidFill>
            <a:prstDash val="solid"/>
          </a:ln>
        </p:spPr>
        <p:txBody>
          <a:bodyPr/>
          <a:lstStyle/>
          <a:p>
            <a:endParaRPr lang="en-US"/>
          </a:p>
        </p:txBody>
      </p:sp>
      <p:sp>
        <p:nvSpPr>
          <p:cNvPr id="26" name="Text 0">
            <a:extLst>
              <a:ext uri="{FF2B5EF4-FFF2-40B4-BE49-F238E27FC236}">
                <a16:creationId xmlns:a16="http://schemas.microsoft.com/office/drawing/2014/main" id="{FB192137-7801-6F9C-9268-39197AC0E843}"/>
              </a:ext>
            </a:extLst>
          </p:cNvPr>
          <p:cNvSpPr>
            <a:spLocks noGrp="1"/>
          </p:cNvSpPr>
          <p:nvPr>
            <p:ph type="title" idx="100" hasCustomPrompt="1"/>
          </p:nvPr>
        </p:nvSpPr>
        <p:spPr>
          <a:xfrm>
            <a:off x="548640" y="384048"/>
            <a:ext cx="8046720" cy="548640"/>
          </a:xfrm>
          <a:prstGeom prst="rect">
            <a:avLst/>
          </a:prstGeom>
          <a:noFill/>
          <a:ln/>
        </p:spPr>
        <p:txBody>
          <a:bodyPr wrap="square" lIns="0" tIns="0" rIns="0" bIns="0" rtlCol="0" anchor="ctr"/>
          <a:lstStyle/>
          <a:p>
            <a:r>
              <a:rPr lang="en-US" sz="2600" b="1" dirty="0">
                <a:solidFill>
                  <a:srgbClr val="E8ECEF"/>
                </a:solidFill>
                <a:latin typeface="Segoe UI" pitchFamily="34" charset="0"/>
                <a:ea typeface="Segoe UI" pitchFamily="34" charset="-122"/>
                <a:cs typeface="Segoe UI" pitchFamily="34" charset="-120"/>
              </a:rPr>
              <a:t>Waterfall or Agile Approach</a:t>
            </a:r>
            <a:endParaRPr lang="en-US" sz="2600" dirty="0"/>
          </a:p>
        </p:txBody>
      </p:sp>
      <p:sp>
        <p:nvSpPr>
          <p:cNvPr id="28" name="rule">
            <a:extLst>
              <a:ext uri="{FF2B5EF4-FFF2-40B4-BE49-F238E27FC236}">
                <a16:creationId xmlns:a16="http://schemas.microsoft.com/office/drawing/2014/main" id="{7C769C4A-5465-030D-90F3-3CD4F94D85C5}"/>
              </a:ext>
              <a:ext uri="{C183D7F6-B498-43B3-948B-1728B52AA6E4}">
                <adec:decorative xmlns:adec="http://schemas.microsoft.com/office/drawing/2017/decorative" val="1"/>
              </a:ext>
            </a:extLst>
          </p:cNvPr>
          <p:cNvSpPr/>
          <p:nvPr/>
        </p:nvSpPr>
        <p:spPr>
          <a:xfrm>
            <a:off x="548640" y="1298448"/>
            <a:ext cx="8046720" cy="0"/>
          </a:xfrm>
          <a:prstGeom prst="line">
            <a:avLst/>
          </a:prstGeom>
          <a:noFill/>
          <a:ln w="12700">
            <a:solidFill>
              <a:srgbClr val="2A3038"/>
            </a:solidFill>
            <a:prstDash val="solid"/>
          </a:ln>
        </p:spPr>
        <p:txBody>
          <a:bodyPr/>
          <a:lstStyle/>
          <a:p>
            <a:endParaRPr lang="en-US"/>
          </a:p>
        </p:txBody>
      </p:sp>
      <p:sp>
        <p:nvSpPr>
          <p:cNvPr id="29" name="step panel">
            <a:extLst>
              <a:ext uri="{FF2B5EF4-FFF2-40B4-BE49-F238E27FC236}">
                <a16:creationId xmlns:a16="http://schemas.microsoft.com/office/drawing/2014/main" id="{B878EF03-111D-9A8B-7CD5-E888F67A4214}"/>
              </a:ext>
              <a:ext uri="{C183D7F6-B498-43B3-948B-1728B52AA6E4}">
                <adec:decorative xmlns:adec="http://schemas.microsoft.com/office/drawing/2017/decorative" val="1"/>
              </a:ext>
            </a:extLst>
          </p:cNvPr>
          <p:cNvSpPr/>
          <p:nvPr/>
        </p:nvSpPr>
        <p:spPr>
          <a:xfrm>
            <a:off x="505894" y="1005841"/>
            <a:ext cx="1481328" cy="2551172"/>
          </a:xfrm>
          <a:prstGeom prst="rect">
            <a:avLst/>
          </a:prstGeom>
          <a:solidFill>
            <a:srgbClr val="1B1F25"/>
          </a:solidFill>
          <a:ln w="12700">
            <a:solidFill>
              <a:srgbClr val="2A3038"/>
            </a:solidFill>
            <a:prstDash val="solid"/>
          </a:ln>
        </p:spPr>
        <p:txBody>
          <a:bodyPr/>
          <a:lstStyle/>
          <a:p>
            <a:endParaRPr lang="en-US"/>
          </a:p>
        </p:txBody>
      </p:sp>
      <p:sp>
        <p:nvSpPr>
          <p:cNvPr id="30" name="step accent">
            <a:extLst>
              <a:ext uri="{FF2B5EF4-FFF2-40B4-BE49-F238E27FC236}">
                <a16:creationId xmlns:a16="http://schemas.microsoft.com/office/drawing/2014/main" id="{591C2815-0FCA-13CE-6B1C-AC69833EE140}"/>
              </a:ext>
              <a:ext uri="{C183D7F6-B498-43B3-948B-1728B52AA6E4}">
                <adec:decorative xmlns:adec="http://schemas.microsoft.com/office/drawing/2017/decorative" val="1"/>
              </a:ext>
            </a:extLst>
          </p:cNvPr>
          <p:cNvSpPr/>
          <p:nvPr/>
        </p:nvSpPr>
        <p:spPr>
          <a:xfrm>
            <a:off x="522546" y="1005841"/>
            <a:ext cx="1481328" cy="54864"/>
          </a:xfrm>
          <a:prstGeom prst="rect">
            <a:avLst/>
          </a:prstGeom>
          <a:solidFill>
            <a:srgbClr val="3BE081"/>
          </a:solidFill>
          <a:ln w="12700">
            <a:solidFill>
              <a:srgbClr val="333333"/>
            </a:solidFill>
            <a:prstDash val="solid"/>
          </a:ln>
        </p:spPr>
        <p:txBody>
          <a:bodyPr/>
          <a:lstStyle/>
          <a:p>
            <a:endParaRPr lang="en-US"/>
          </a:p>
        </p:txBody>
      </p:sp>
      <p:sp>
        <p:nvSpPr>
          <p:cNvPr id="32" name="Text 30">
            <a:extLst>
              <a:ext uri="{FF2B5EF4-FFF2-40B4-BE49-F238E27FC236}">
                <a16:creationId xmlns:a16="http://schemas.microsoft.com/office/drawing/2014/main" id="{7391D72E-8BC3-C3B8-40AA-21D786A7994F}"/>
              </a:ext>
            </a:extLst>
          </p:cNvPr>
          <p:cNvSpPr/>
          <p:nvPr/>
        </p:nvSpPr>
        <p:spPr>
          <a:xfrm>
            <a:off x="668850" y="1481329"/>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cs typeface="Segoe UI" pitchFamily="34" charset="-120"/>
              </a:rPr>
              <a:t>Team Size</a:t>
            </a:r>
            <a:endParaRPr lang="en-US" sz="1350" dirty="0"/>
          </a:p>
        </p:txBody>
      </p:sp>
      <p:sp>
        <p:nvSpPr>
          <p:cNvPr id="33" name="Text 31">
            <a:extLst>
              <a:ext uri="{FF2B5EF4-FFF2-40B4-BE49-F238E27FC236}">
                <a16:creationId xmlns:a16="http://schemas.microsoft.com/office/drawing/2014/main" id="{6B720986-E180-0AB0-9165-ECC51FBEB1FF}"/>
              </a:ext>
            </a:extLst>
          </p:cNvPr>
          <p:cNvSpPr/>
          <p:nvPr/>
        </p:nvSpPr>
        <p:spPr>
          <a:xfrm>
            <a:off x="620455" y="1867747"/>
            <a:ext cx="1225296" cy="1341963"/>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Small teams have the ability to have direct communication with their counterparts with the Agile approach.</a:t>
            </a:r>
          </a:p>
        </p:txBody>
      </p:sp>
      <p:sp>
        <p:nvSpPr>
          <p:cNvPr id="34" name="step panel">
            <a:extLst>
              <a:ext uri="{FF2B5EF4-FFF2-40B4-BE49-F238E27FC236}">
                <a16:creationId xmlns:a16="http://schemas.microsoft.com/office/drawing/2014/main" id="{66A95F6F-6882-2A27-9F70-59F1B42A9DFA}"/>
              </a:ext>
              <a:ext uri="{C183D7F6-B498-43B3-948B-1728B52AA6E4}">
                <adec:decorative xmlns:adec="http://schemas.microsoft.com/office/drawing/2017/decorative" val="1"/>
              </a:ext>
            </a:extLst>
          </p:cNvPr>
          <p:cNvSpPr/>
          <p:nvPr/>
        </p:nvSpPr>
        <p:spPr>
          <a:xfrm>
            <a:off x="2778131" y="1005840"/>
            <a:ext cx="1481328" cy="2551171"/>
          </a:xfrm>
          <a:prstGeom prst="rect">
            <a:avLst/>
          </a:prstGeom>
          <a:solidFill>
            <a:srgbClr val="1B1F25"/>
          </a:solidFill>
          <a:ln w="12700">
            <a:solidFill>
              <a:srgbClr val="2A3038"/>
            </a:solidFill>
            <a:prstDash val="solid"/>
          </a:ln>
        </p:spPr>
        <p:txBody>
          <a:bodyPr/>
          <a:lstStyle/>
          <a:p>
            <a:endParaRPr lang="en-US"/>
          </a:p>
        </p:txBody>
      </p:sp>
      <p:sp>
        <p:nvSpPr>
          <p:cNvPr id="35" name="step accent">
            <a:extLst>
              <a:ext uri="{FF2B5EF4-FFF2-40B4-BE49-F238E27FC236}">
                <a16:creationId xmlns:a16="http://schemas.microsoft.com/office/drawing/2014/main" id="{5DE9D6C9-18B6-CB7D-F542-1B764E524393}"/>
              </a:ext>
              <a:ext uri="{C183D7F6-B498-43B3-948B-1728B52AA6E4}">
                <adec:decorative xmlns:adec="http://schemas.microsoft.com/office/drawing/2017/decorative" val="1"/>
              </a:ext>
            </a:extLst>
          </p:cNvPr>
          <p:cNvSpPr/>
          <p:nvPr/>
        </p:nvSpPr>
        <p:spPr>
          <a:xfrm>
            <a:off x="2794783" y="1005841"/>
            <a:ext cx="1481328" cy="54864"/>
          </a:xfrm>
          <a:prstGeom prst="rect">
            <a:avLst/>
          </a:prstGeom>
          <a:solidFill>
            <a:srgbClr val="3BE081"/>
          </a:solidFill>
          <a:ln w="12700">
            <a:solidFill>
              <a:srgbClr val="333333"/>
            </a:solidFill>
            <a:prstDash val="solid"/>
          </a:ln>
        </p:spPr>
        <p:txBody>
          <a:bodyPr/>
          <a:lstStyle/>
          <a:p>
            <a:endParaRPr lang="en-US"/>
          </a:p>
        </p:txBody>
      </p:sp>
      <p:sp>
        <p:nvSpPr>
          <p:cNvPr id="37" name="Text 35">
            <a:extLst>
              <a:ext uri="{FF2B5EF4-FFF2-40B4-BE49-F238E27FC236}">
                <a16:creationId xmlns:a16="http://schemas.microsoft.com/office/drawing/2014/main" id="{8C09DC2A-7FEC-2E11-DAED-EC0BD38F386E}"/>
              </a:ext>
            </a:extLst>
          </p:cNvPr>
          <p:cNvSpPr/>
          <p:nvPr/>
        </p:nvSpPr>
        <p:spPr>
          <a:xfrm>
            <a:off x="2941087" y="1481329"/>
            <a:ext cx="1188720" cy="274320"/>
          </a:xfrm>
          <a:prstGeom prst="rect">
            <a:avLst/>
          </a:prstGeom>
          <a:noFill/>
          <a:ln/>
        </p:spPr>
        <p:txBody>
          <a:bodyPr wrap="square" lIns="0" tIns="0" rIns="0" bIns="0" rtlCol="0" anchor="ctr"/>
          <a:lstStyle/>
          <a:p>
            <a:pPr marL="0" indent="0">
              <a:buNone/>
            </a:pPr>
            <a:r>
              <a:rPr lang="en-US" sz="1300" b="1" dirty="0">
                <a:solidFill>
                  <a:srgbClr val="E8ECEF"/>
                </a:solidFill>
                <a:latin typeface="Segoe UI" pitchFamily="34" charset="0"/>
                <a:ea typeface="Segoe UI" pitchFamily="34" charset="-122"/>
                <a:cs typeface="Segoe UI" pitchFamily="34" charset="-120"/>
              </a:rPr>
              <a:t>Team Flexibility</a:t>
            </a:r>
            <a:endParaRPr lang="en-US" sz="1300" dirty="0"/>
          </a:p>
        </p:txBody>
      </p:sp>
      <p:sp>
        <p:nvSpPr>
          <p:cNvPr id="38" name="Text 36">
            <a:extLst>
              <a:ext uri="{FF2B5EF4-FFF2-40B4-BE49-F238E27FC236}">
                <a16:creationId xmlns:a16="http://schemas.microsoft.com/office/drawing/2014/main" id="{6D5F193F-52A5-D3EA-AAB2-A36A0E111CAB}"/>
              </a:ext>
            </a:extLst>
          </p:cNvPr>
          <p:cNvSpPr/>
          <p:nvPr/>
        </p:nvSpPr>
        <p:spPr>
          <a:xfrm>
            <a:off x="2907153" y="2087117"/>
            <a:ext cx="1225296" cy="548640"/>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Agile is better at short, iterative deadlines.</a:t>
            </a:r>
            <a:endParaRPr lang="en-US" sz="1000" dirty="0"/>
          </a:p>
        </p:txBody>
      </p:sp>
      <p:sp>
        <p:nvSpPr>
          <p:cNvPr id="39" name="step panel">
            <a:extLst>
              <a:ext uri="{FF2B5EF4-FFF2-40B4-BE49-F238E27FC236}">
                <a16:creationId xmlns:a16="http://schemas.microsoft.com/office/drawing/2014/main" id="{D7722FB2-C754-1715-58C6-546833BEF71F}"/>
              </a:ext>
              <a:ext uri="{C183D7F6-B498-43B3-948B-1728B52AA6E4}">
                <adec:decorative xmlns:adec="http://schemas.microsoft.com/office/drawing/2017/decorative" val="1"/>
              </a:ext>
            </a:extLst>
          </p:cNvPr>
          <p:cNvSpPr/>
          <p:nvPr/>
        </p:nvSpPr>
        <p:spPr>
          <a:xfrm>
            <a:off x="4867890" y="1028619"/>
            <a:ext cx="1481328" cy="2583180"/>
          </a:xfrm>
          <a:prstGeom prst="rect">
            <a:avLst/>
          </a:prstGeom>
          <a:solidFill>
            <a:srgbClr val="1B1F25"/>
          </a:solidFill>
          <a:ln w="12700">
            <a:solidFill>
              <a:srgbClr val="2A3038"/>
            </a:solidFill>
            <a:prstDash val="solid"/>
          </a:ln>
        </p:spPr>
        <p:txBody>
          <a:bodyPr/>
          <a:lstStyle/>
          <a:p>
            <a:endParaRPr lang="en-US"/>
          </a:p>
        </p:txBody>
      </p:sp>
      <p:sp>
        <p:nvSpPr>
          <p:cNvPr id="40" name="step accent">
            <a:extLst>
              <a:ext uri="{FF2B5EF4-FFF2-40B4-BE49-F238E27FC236}">
                <a16:creationId xmlns:a16="http://schemas.microsoft.com/office/drawing/2014/main" id="{3689E588-AF22-F3D0-9F80-30F8D0D99EFC}"/>
              </a:ext>
              <a:ext uri="{C183D7F6-B498-43B3-948B-1728B52AA6E4}">
                <adec:decorative xmlns:adec="http://schemas.microsoft.com/office/drawing/2017/decorative" val="1"/>
              </a:ext>
            </a:extLst>
          </p:cNvPr>
          <p:cNvSpPr/>
          <p:nvPr/>
        </p:nvSpPr>
        <p:spPr>
          <a:xfrm>
            <a:off x="4884542" y="1028619"/>
            <a:ext cx="1481328" cy="54864"/>
          </a:xfrm>
          <a:prstGeom prst="rect">
            <a:avLst/>
          </a:prstGeom>
          <a:solidFill>
            <a:srgbClr val="3BE081"/>
          </a:solidFill>
          <a:ln w="12700">
            <a:solidFill>
              <a:srgbClr val="333333"/>
            </a:solidFill>
            <a:prstDash val="solid"/>
          </a:ln>
        </p:spPr>
        <p:txBody>
          <a:bodyPr/>
          <a:lstStyle/>
          <a:p>
            <a:endParaRPr lang="en-US"/>
          </a:p>
        </p:txBody>
      </p:sp>
      <p:sp>
        <p:nvSpPr>
          <p:cNvPr id="42" name="Text 40">
            <a:extLst>
              <a:ext uri="{FF2B5EF4-FFF2-40B4-BE49-F238E27FC236}">
                <a16:creationId xmlns:a16="http://schemas.microsoft.com/office/drawing/2014/main" id="{C27CE982-EDF6-69CF-14A1-5B12F36490FD}"/>
              </a:ext>
            </a:extLst>
          </p:cNvPr>
          <p:cNvSpPr/>
          <p:nvPr/>
        </p:nvSpPr>
        <p:spPr>
          <a:xfrm>
            <a:off x="5030846" y="1504107"/>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cs typeface="Segoe UI" pitchFamily="34" charset="-120"/>
              </a:rPr>
              <a:t>Project Requirements</a:t>
            </a:r>
            <a:endParaRPr lang="en-US" sz="1350" dirty="0"/>
          </a:p>
        </p:txBody>
      </p:sp>
      <p:sp>
        <p:nvSpPr>
          <p:cNvPr id="43" name="Text 41">
            <a:extLst>
              <a:ext uri="{FF2B5EF4-FFF2-40B4-BE49-F238E27FC236}">
                <a16:creationId xmlns:a16="http://schemas.microsoft.com/office/drawing/2014/main" id="{5F96F12B-201C-188A-C9A3-3CD1CE77D0A9}"/>
              </a:ext>
            </a:extLst>
          </p:cNvPr>
          <p:cNvSpPr/>
          <p:nvPr/>
        </p:nvSpPr>
        <p:spPr>
          <a:xfrm>
            <a:off x="4999838" y="2031682"/>
            <a:ext cx="1225296" cy="1491031"/>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cs typeface="Segoe UI" pitchFamily="34" charset="-120"/>
              </a:rPr>
              <a:t>Waterfall works best when requirements are set up front and there is no anticipation in moving it.</a:t>
            </a:r>
            <a:endParaRPr lang="en-US" sz="1000" dirty="0"/>
          </a:p>
        </p:txBody>
      </p:sp>
      <p:sp>
        <p:nvSpPr>
          <p:cNvPr id="44" name="step panel">
            <a:extLst>
              <a:ext uri="{FF2B5EF4-FFF2-40B4-BE49-F238E27FC236}">
                <a16:creationId xmlns:a16="http://schemas.microsoft.com/office/drawing/2014/main" id="{661BB418-2AAC-77C8-DA6E-E77CCF112E4C}"/>
              </a:ext>
              <a:ext uri="{C183D7F6-B498-43B3-948B-1728B52AA6E4}">
                <adec:decorative xmlns:adec="http://schemas.microsoft.com/office/drawing/2017/decorative" val="1"/>
              </a:ext>
            </a:extLst>
          </p:cNvPr>
          <p:cNvSpPr/>
          <p:nvPr/>
        </p:nvSpPr>
        <p:spPr>
          <a:xfrm>
            <a:off x="7033391" y="1028619"/>
            <a:ext cx="1481328" cy="2551169"/>
          </a:xfrm>
          <a:prstGeom prst="rect">
            <a:avLst/>
          </a:prstGeom>
          <a:solidFill>
            <a:srgbClr val="1B1F25"/>
          </a:solidFill>
          <a:ln w="12700">
            <a:solidFill>
              <a:srgbClr val="2A3038"/>
            </a:solidFill>
            <a:prstDash val="solid"/>
          </a:ln>
        </p:spPr>
        <p:txBody>
          <a:bodyPr/>
          <a:lstStyle/>
          <a:p>
            <a:endParaRPr lang="en-US"/>
          </a:p>
        </p:txBody>
      </p:sp>
      <p:sp>
        <p:nvSpPr>
          <p:cNvPr id="45" name="step accent">
            <a:extLst>
              <a:ext uri="{FF2B5EF4-FFF2-40B4-BE49-F238E27FC236}">
                <a16:creationId xmlns:a16="http://schemas.microsoft.com/office/drawing/2014/main" id="{F351FC6A-8B74-49B4-A7EF-626F55435406}"/>
              </a:ext>
              <a:ext uri="{C183D7F6-B498-43B3-948B-1728B52AA6E4}">
                <adec:decorative xmlns:adec="http://schemas.microsoft.com/office/drawing/2017/decorative" val="1"/>
              </a:ext>
            </a:extLst>
          </p:cNvPr>
          <p:cNvSpPr/>
          <p:nvPr/>
        </p:nvSpPr>
        <p:spPr>
          <a:xfrm>
            <a:off x="7050043" y="1028620"/>
            <a:ext cx="1481328" cy="54864"/>
          </a:xfrm>
          <a:prstGeom prst="rect">
            <a:avLst/>
          </a:prstGeom>
          <a:solidFill>
            <a:srgbClr val="3BE081"/>
          </a:solidFill>
          <a:ln w="12700">
            <a:solidFill>
              <a:srgbClr val="333333"/>
            </a:solidFill>
            <a:prstDash val="solid"/>
          </a:ln>
        </p:spPr>
        <p:txBody>
          <a:bodyPr/>
          <a:lstStyle/>
          <a:p>
            <a:endParaRPr lang="en-US"/>
          </a:p>
        </p:txBody>
      </p:sp>
      <p:sp>
        <p:nvSpPr>
          <p:cNvPr id="47" name="Text 45">
            <a:extLst>
              <a:ext uri="{FF2B5EF4-FFF2-40B4-BE49-F238E27FC236}">
                <a16:creationId xmlns:a16="http://schemas.microsoft.com/office/drawing/2014/main" id="{E80E373A-E508-D168-A9B5-7365366F1FE0}"/>
              </a:ext>
            </a:extLst>
          </p:cNvPr>
          <p:cNvSpPr/>
          <p:nvPr/>
        </p:nvSpPr>
        <p:spPr>
          <a:xfrm>
            <a:off x="7196347" y="1504108"/>
            <a:ext cx="1188720" cy="274320"/>
          </a:xfrm>
          <a:prstGeom prst="rect">
            <a:avLst/>
          </a:prstGeom>
          <a:noFill/>
          <a:ln/>
        </p:spPr>
        <p:txBody>
          <a:bodyPr wrap="square" lIns="0" tIns="0" rIns="0" bIns="0" rtlCol="0" anchor="ctr"/>
          <a:lstStyle/>
          <a:p>
            <a:pPr marL="0" indent="0">
              <a:buNone/>
            </a:pPr>
            <a:r>
              <a:rPr lang="en-US" sz="1350" b="1" dirty="0">
                <a:solidFill>
                  <a:srgbClr val="E8ECEF"/>
                </a:solidFill>
                <a:latin typeface="Segoe UI" pitchFamily="34" charset="0"/>
                <a:ea typeface="Segoe UI" pitchFamily="34" charset="-122"/>
                <a:cs typeface="Segoe UI" pitchFamily="34" charset="-120"/>
              </a:rPr>
              <a:t>Ability to pivot change</a:t>
            </a:r>
            <a:endParaRPr lang="en-US" sz="1350" dirty="0"/>
          </a:p>
        </p:txBody>
      </p:sp>
      <p:sp>
        <p:nvSpPr>
          <p:cNvPr id="48" name="Text 46">
            <a:extLst>
              <a:ext uri="{FF2B5EF4-FFF2-40B4-BE49-F238E27FC236}">
                <a16:creationId xmlns:a16="http://schemas.microsoft.com/office/drawing/2014/main" id="{243B628D-ED05-9065-1C22-7D6F5AB63411}"/>
              </a:ext>
            </a:extLst>
          </p:cNvPr>
          <p:cNvSpPr/>
          <p:nvPr/>
        </p:nvSpPr>
        <p:spPr>
          <a:xfrm>
            <a:off x="7159771" y="2018534"/>
            <a:ext cx="1225296" cy="1424173"/>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rgbClr val="9AA5B1"/>
                </a:solidFill>
                <a:latin typeface="Segoe UI" pitchFamily="34" charset="0"/>
                <a:ea typeface="Segoe UI" pitchFamily="34" charset="-122"/>
                <a:cs typeface="Segoe UI" pitchFamily="34" charset="-120"/>
              </a:rPr>
              <a:t>Agile approach has the ability to successfully absorb any and all changes that may happen on the side. </a:t>
            </a:r>
            <a:endParaRPr lang="en-US" sz="1000" dirty="0"/>
          </a:p>
        </p:txBody>
      </p:sp>
      <p:sp>
        <p:nvSpPr>
          <p:cNvPr id="58" name="step panel">
            <a:extLst>
              <a:ext uri="{FF2B5EF4-FFF2-40B4-BE49-F238E27FC236}">
                <a16:creationId xmlns:a16="http://schemas.microsoft.com/office/drawing/2014/main" id="{934F8725-6F37-E69F-6AD3-DFA7FC82E273}"/>
              </a:ext>
              <a:ext uri="{C183D7F6-B498-43B3-948B-1728B52AA6E4}">
                <adec:decorative xmlns:adec="http://schemas.microsoft.com/office/drawing/2017/decorative" val="1"/>
              </a:ext>
            </a:extLst>
          </p:cNvPr>
          <p:cNvSpPr/>
          <p:nvPr/>
        </p:nvSpPr>
        <p:spPr>
          <a:xfrm>
            <a:off x="530462" y="3767321"/>
            <a:ext cx="8042038" cy="1243592"/>
          </a:xfrm>
          <a:prstGeom prst="rect">
            <a:avLst/>
          </a:prstGeom>
          <a:solidFill>
            <a:srgbClr val="1B1F25"/>
          </a:solidFill>
          <a:ln w="12700">
            <a:solidFill>
              <a:srgbClr val="2A3038"/>
            </a:solidFill>
            <a:prstDash val="solid"/>
          </a:ln>
        </p:spPr>
        <p:txBody>
          <a:bodyPr/>
          <a:lstStyle/>
          <a:p>
            <a:endParaRPr lang="en-US" dirty="0"/>
          </a:p>
        </p:txBody>
      </p:sp>
      <p:sp>
        <p:nvSpPr>
          <p:cNvPr id="60" name="step accent">
            <a:extLst>
              <a:ext uri="{FF2B5EF4-FFF2-40B4-BE49-F238E27FC236}">
                <a16:creationId xmlns:a16="http://schemas.microsoft.com/office/drawing/2014/main" id="{DB25351B-42C9-C994-685A-0A4AC40326C0}"/>
              </a:ext>
              <a:ext uri="{C183D7F6-B498-43B3-948B-1728B52AA6E4}">
                <adec:decorative xmlns:adec="http://schemas.microsoft.com/office/drawing/2017/decorative" val="1"/>
              </a:ext>
            </a:extLst>
          </p:cNvPr>
          <p:cNvSpPr/>
          <p:nvPr/>
        </p:nvSpPr>
        <p:spPr>
          <a:xfrm>
            <a:off x="515298" y="3733034"/>
            <a:ext cx="8080061" cy="57146"/>
          </a:xfrm>
          <a:prstGeom prst="rect">
            <a:avLst/>
          </a:prstGeom>
          <a:solidFill>
            <a:srgbClr val="3BE081"/>
          </a:solidFill>
          <a:ln w="12700">
            <a:solidFill>
              <a:srgbClr val="333333"/>
            </a:solidFill>
            <a:prstDash val="solid"/>
          </a:ln>
        </p:spPr>
        <p:txBody>
          <a:bodyPr/>
          <a:lstStyle/>
          <a:p>
            <a:endParaRPr lang="en-US"/>
          </a:p>
        </p:txBody>
      </p:sp>
      <p:sp>
        <p:nvSpPr>
          <p:cNvPr id="64" name="Text 31">
            <a:extLst>
              <a:ext uri="{FF2B5EF4-FFF2-40B4-BE49-F238E27FC236}">
                <a16:creationId xmlns:a16="http://schemas.microsoft.com/office/drawing/2014/main" id="{136266E3-BC38-5C9C-FDAC-055066715499}"/>
              </a:ext>
            </a:extLst>
          </p:cNvPr>
          <p:cNvSpPr/>
          <p:nvPr/>
        </p:nvSpPr>
        <p:spPr>
          <a:xfrm>
            <a:off x="634317" y="3761607"/>
            <a:ext cx="7900005" cy="1243592"/>
          </a:xfrm>
          <a:prstGeom prst="rect">
            <a:avLst/>
          </a:prstGeom>
          <a:noFill/>
          <a:ln/>
        </p:spPr>
        <p:txBody>
          <a:bodyPr wrap="square" lIns="0" tIns="0" rIns="0" bIns="0" rtlCol="0" anchor="ctr"/>
          <a:lstStyle/>
          <a:p>
            <a:pPr marL="0" indent="0">
              <a:lnSpc>
                <a:spcPts val="1300"/>
              </a:lnSpc>
              <a:buNone/>
            </a:pPr>
            <a:r>
              <a:rPr lang="en-US" sz="1000" dirty="0">
                <a:solidFill>
                  <a:srgbClr val="9AA5B1"/>
                </a:solidFill>
                <a:latin typeface="Segoe UI" pitchFamily="34" charset="0"/>
                <a:cs typeface="Segoe UI" pitchFamily="34" charset="-120"/>
              </a:rPr>
              <a:t>For our SNHU Travel Project, we had an excellent team of 4 members that changed mid-stream and allowed us to finish a 6-week project. </a:t>
            </a:r>
            <a:r>
              <a:rPr lang="en-US" sz="1000">
                <a:solidFill>
                  <a:srgbClr val="9AA5B1"/>
                </a:solidFill>
                <a:latin typeface="Segoe UI" pitchFamily="34" charset="0"/>
                <a:cs typeface="Segoe UI" pitchFamily="34" charset="-120"/>
              </a:rPr>
              <a:t>Since </a:t>
            </a:r>
            <a:endParaRPr lang="en-US" sz="1000" dirty="0"/>
          </a:p>
        </p:txBody>
      </p:sp>
    </p:spTree>
    <p:extLst>
      <p:ext uri="{BB962C8B-B14F-4D97-AF65-F5344CB8AC3E}">
        <p14:creationId xmlns:p14="http://schemas.microsoft.com/office/powerpoint/2010/main" val="303983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0AF9A-5492-3527-491D-2C2CC09D1EFF}"/>
            </a:ext>
          </a:extLst>
        </p:cNvPr>
        <p:cNvGrpSpPr/>
        <p:nvPr/>
      </p:nvGrpSpPr>
      <p:grpSpPr>
        <a:xfrm>
          <a:off x="0" y="0"/>
          <a:ext cx="0" cy="0"/>
          <a:chOff x="0" y="0"/>
          <a:chExt cx="0" cy="0"/>
        </a:xfrm>
      </p:grpSpPr>
      <p:sp>
        <p:nvSpPr>
          <p:cNvPr id="2" name="grid line">
            <a:extLst>
              <a:ext uri="{FF2B5EF4-FFF2-40B4-BE49-F238E27FC236}">
                <a16:creationId xmlns:a16="http://schemas.microsoft.com/office/drawing/2014/main" id="{50CE234A-A4C0-83A9-250B-8F7670FA9C0B}"/>
              </a:ext>
              <a:ext uri="{C183D7F6-B498-43B3-948B-1728B52AA6E4}">
                <adec:decorative xmlns:adec="http://schemas.microsoft.com/office/drawing/2017/decorative" val="1"/>
              </a:ext>
            </a:extLst>
          </p:cNvPr>
          <p:cNvSpPr/>
          <p:nvPr/>
        </p:nvSpPr>
        <p:spPr>
          <a:xfrm>
            <a:off x="571500" y="0"/>
            <a:ext cx="0" cy="5143500"/>
          </a:xfrm>
          <a:prstGeom prst="line">
            <a:avLst/>
          </a:prstGeom>
          <a:noFill/>
          <a:ln w="6350">
            <a:solidFill>
              <a:srgbClr val="2A3038"/>
            </a:solidFill>
            <a:prstDash val="solid"/>
          </a:ln>
        </p:spPr>
        <p:txBody>
          <a:bodyPr/>
          <a:lstStyle/>
          <a:p>
            <a:endParaRPr lang="en-US"/>
          </a:p>
        </p:txBody>
      </p:sp>
      <p:sp>
        <p:nvSpPr>
          <p:cNvPr id="3" name="grid line">
            <a:extLst>
              <a:ext uri="{FF2B5EF4-FFF2-40B4-BE49-F238E27FC236}">
                <a16:creationId xmlns:a16="http://schemas.microsoft.com/office/drawing/2014/main" id="{9FB875E9-1D5E-45C9-A84B-D8A5FF5919FD}"/>
              </a:ext>
              <a:ext uri="{C183D7F6-B498-43B3-948B-1728B52AA6E4}">
                <adec:decorative xmlns:adec="http://schemas.microsoft.com/office/drawing/2017/decorative" val="1"/>
              </a:ext>
            </a:extLst>
          </p:cNvPr>
          <p:cNvSpPr/>
          <p:nvPr/>
        </p:nvSpPr>
        <p:spPr>
          <a:xfrm>
            <a:off x="1143000" y="0"/>
            <a:ext cx="0" cy="5143500"/>
          </a:xfrm>
          <a:prstGeom prst="line">
            <a:avLst/>
          </a:prstGeom>
          <a:noFill/>
          <a:ln w="6350">
            <a:solidFill>
              <a:srgbClr val="2A3038"/>
            </a:solidFill>
            <a:prstDash val="solid"/>
          </a:ln>
        </p:spPr>
        <p:txBody>
          <a:bodyPr/>
          <a:lstStyle/>
          <a:p>
            <a:endParaRPr lang="en-US"/>
          </a:p>
        </p:txBody>
      </p:sp>
      <p:sp>
        <p:nvSpPr>
          <p:cNvPr id="4" name="grid line">
            <a:extLst>
              <a:ext uri="{FF2B5EF4-FFF2-40B4-BE49-F238E27FC236}">
                <a16:creationId xmlns:a16="http://schemas.microsoft.com/office/drawing/2014/main" id="{179AB414-0601-A7C1-929C-3F2BCEEB2C24}"/>
              </a:ext>
              <a:ext uri="{C183D7F6-B498-43B3-948B-1728B52AA6E4}">
                <adec:decorative xmlns:adec="http://schemas.microsoft.com/office/drawing/2017/decorative" val="1"/>
              </a:ext>
            </a:extLst>
          </p:cNvPr>
          <p:cNvSpPr/>
          <p:nvPr/>
        </p:nvSpPr>
        <p:spPr>
          <a:xfrm>
            <a:off x="1714500" y="0"/>
            <a:ext cx="0" cy="5143500"/>
          </a:xfrm>
          <a:prstGeom prst="line">
            <a:avLst/>
          </a:prstGeom>
          <a:noFill/>
          <a:ln w="6350">
            <a:solidFill>
              <a:srgbClr val="2A3038"/>
            </a:solidFill>
            <a:prstDash val="solid"/>
          </a:ln>
        </p:spPr>
        <p:txBody>
          <a:bodyPr/>
          <a:lstStyle/>
          <a:p>
            <a:endParaRPr lang="en-US"/>
          </a:p>
        </p:txBody>
      </p:sp>
      <p:sp>
        <p:nvSpPr>
          <p:cNvPr id="5" name="grid line">
            <a:extLst>
              <a:ext uri="{FF2B5EF4-FFF2-40B4-BE49-F238E27FC236}">
                <a16:creationId xmlns:a16="http://schemas.microsoft.com/office/drawing/2014/main" id="{FF4B39CB-685D-3552-31C7-6919B9DD5631}"/>
              </a:ext>
              <a:ext uri="{C183D7F6-B498-43B3-948B-1728B52AA6E4}">
                <adec:decorative xmlns:adec="http://schemas.microsoft.com/office/drawing/2017/decorative" val="1"/>
              </a:ext>
            </a:extLst>
          </p:cNvPr>
          <p:cNvSpPr/>
          <p:nvPr/>
        </p:nvSpPr>
        <p:spPr>
          <a:xfrm>
            <a:off x="2286000" y="0"/>
            <a:ext cx="0" cy="5143500"/>
          </a:xfrm>
          <a:prstGeom prst="line">
            <a:avLst/>
          </a:prstGeom>
          <a:noFill/>
          <a:ln w="6350">
            <a:solidFill>
              <a:srgbClr val="2A3038"/>
            </a:solidFill>
            <a:prstDash val="solid"/>
          </a:ln>
        </p:spPr>
        <p:txBody>
          <a:bodyPr/>
          <a:lstStyle/>
          <a:p>
            <a:endParaRPr lang="en-US"/>
          </a:p>
        </p:txBody>
      </p:sp>
      <p:sp>
        <p:nvSpPr>
          <p:cNvPr id="6" name="grid line">
            <a:extLst>
              <a:ext uri="{FF2B5EF4-FFF2-40B4-BE49-F238E27FC236}">
                <a16:creationId xmlns:a16="http://schemas.microsoft.com/office/drawing/2014/main" id="{CB817825-AA4E-5F4F-B094-3C3FF1CD87DF}"/>
              </a:ext>
              <a:ext uri="{C183D7F6-B498-43B3-948B-1728B52AA6E4}">
                <adec:decorative xmlns:adec="http://schemas.microsoft.com/office/drawing/2017/decorative" val="1"/>
              </a:ext>
            </a:extLst>
          </p:cNvPr>
          <p:cNvSpPr/>
          <p:nvPr/>
        </p:nvSpPr>
        <p:spPr>
          <a:xfrm>
            <a:off x="2857500" y="0"/>
            <a:ext cx="0" cy="5143500"/>
          </a:xfrm>
          <a:prstGeom prst="line">
            <a:avLst/>
          </a:prstGeom>
          <a:noFill/>
          <a:ln w="6350">
            <a:solidFill>
              <a:srgbClr val="2A3038"/>
            </a:solidFill>
            <a:prstDash val="solid"/>
          </a:ln>
        </p:spPr>
        <p:txBody>
          <a:bodyPr/>
          <a:lstStyle/>
          <a:p>
            <a:endParaRPr lang="en-US"/>
          </a:p>
        </p:txBody>
      </p:sp>
      <p:sp>
        <p:nvSpPr>
          <p:cNvPr id="7" name="grid line">
            <a:extLst>
              <a:ext uri="{FF2B5EF4-FFF2-40B4-BE49-F238E27FC236}">
                <a16:creationId xmlns:a16="http://schemas.microsoft.com/office/drawing/2014/main" id="{C30779ED-9704-69D1-A99E-1EABCC96A293}"/>
              </a:ext>
              <a:ext uri="{C183D7F6-B498-43B3-948B-1728B52AA6E4}">
                <adec:decorative xmlns:adec="http://schemas.microsoft.com/office/drawing/2017/decorative" val="1"/>
              </a:ext>
            </a:extLst>
          </p:cNvPr>
          <p:cNvSpPr/>
          <p:nvPr/>
        </p:nvSpPr>
        <p:spPr>
          <a:xfrm>
            <a:off x="3429000" y="0"/>
            <a:ext cx="0" cy="5143500"/>
          </a:xfrm>
          <a:prstGeom prst="line">
            <a:avLst/>
          </a:prstGeom>
          <a:noFill/>
          <a:ln w="6350">
            <a:solidFill>
              <a:srgbClr val="2A3038"/>
            </a:solidFill>
            <a:prstDash val="solid"/>
          </a:ln>
        </p:spPr>
        <p:txBody>
          <a:bodyPr/>
          <a:lstStyle/>
          <a:p>
            <a:endParaRPr lang="en-US"/>
          </a:p>
        </p:txBody>
      </p:sp>
      <p:sp>
        <p:nvSpPr>
          <p:cNvPr id="8" name="grid line">
            <a:extLst>
              <a:ext uri="{FF2B5EF4-FFF2-40B4-BE49-F238E27FC236}">
                <a16:creationId xmlns:a16="http://schemas.microsoft.com/office/drawing/2014/main" id="{B3828DC9-C519-BE62-AA8B-049C3C8AF20A}"/>
              </a:ext>
              <a:ext uri="{C183D7F6-B498-43B3-948B-1728B52AA6E4}">
                <adec:decorative xmlns:adec="http://schemas.microsoft.com/office/drawing/2017/decorative" val="1"/>
              </a:ext>
            </a:extLst>
          </p:cNvPr>
          <p:cNvSpPr/>
          <p:nvPr/>
        </p:nvSpPr>
        <p:spPr>
          <a:xfrm>
            <a:off x="4000500" y="0"/>
            <a:ext cx="0" cy="5143500"/>
          </a:xfrm>
          <a:prstGeom prst="line">
            <a:avLst/>
          </a:prstGeom>
          <a:noFill/>
          <a:ln w="6350">
            <a:solidFill>
              <a:srgbClr val="2A3038"/>
            </a:solidFill>
            <a:prstDash val="solid"/>
          </a:ln>
        </p:spPr>
        <p:txBody>
          <a:bodyPr/>
          <a:lstStyle/>
          <a:p>
            <a:endParaRPr lang="en-US"/>
          </a:p>
        </p:txBody>
      </p:sp>
      <p:sp>
        <p:nvSpPr>
          <p:cNvPr id="9" name="grid line">
            <a:extLst>
              <a:ext uri="{FF2B5EF4-FFF2-40B4-BE49-F238E27FC236}">
                <a16:creationId xmlns:a16="http://schemas.microsoft.com/office/drawing/2014/main" id="{984ABC68-E5A6-EE72-20BB-4037B05406C4}"/>
              </a:ext>
              <a:ext uri="{C183D7F6-B498-43B3-948B-1728B52AA6E4}">
                <adec:decorative xmlns:adec="http://schemas.microsoft.com/office/drawing/2017/decorative" val="1"/>
              </a:ext>
            </a:extLst>
          </p:cNvPr>
          <p:cNvSpPr/>
          <p:nvPr/>
        </p:nvSpPr>
        <p:spPr>
          <a:xfrm>
            <a:off x="4572000" y="0"/>
            <a:ext cx="0" cy="5143500"/>
          </a:xfrm>
          <a:prstGeom prst="line">
            <a:avLst/>
          </a:prstGeom>
          <a:noFill/>
          <a:ln w="6350">
            <a:solidFill>
              <a:srgbClr val="2A3038"/>
            </a:solidFill>
            <a:prstDash val="solid"/>
          </a:ln>
        </p:spPr>
        <p:txBody>
          <a:bodyPr/>
          <a:lstStyle/>
          <a:p>
            <a:endParaRPr lang="en-US"/>
          </a:p>
        </p:txBody>
      </p:sp>
      <p:sp>
        <p:nvSpPr>
          <p:cNvPr id="10" name="grid line">
            <a:extLst>
              <a:ext uri="{FF2B5EF4-FFF2-40B4-BE49-F238E27FC236}">
                <a16:creationId xmlns:a16="http://schemas.microsoft.com/office/drawing/2014/main" id="{C8559103-CD08-A5A1-0E59-5AC41FA2F7EE}"/>
              </a:ext>
              <a:ext uri="{C183D7F6-B498-43B3-948B-1728B52AA6E4}">
                <adec:decorative xmlns:adec="http://schemas.microsoft.com/office/drawing/2017/decorative" val="1"/>
              </a:ext>
            </a:extLst>
          </p:cNvPr>
          <p:cNvSpPr/>
          <p:nvPr/>
        </p:nvSpPr>
        <p:spPr>
          <a:xfrm>
            <a:off x="5143500" y="0"/>
            <a:ext cx="0" cy="5143500"/>
          </a:xfrm>
          <a:prstGeom prst="line">
            <a:avLst/>
          </a:prstGeom>
          <a:noFill/>
          <a:ln w="6350">
            <a:solidFill>
              <a:srgbClr val="2A3038"/>
            </a:solidFill>
            <a:prstDash val="solid"/>
          </a:ln>
        </p:spPr>
        <p:txBody>
          <a:bodyPr/>
          <a:lstStyle/>
          <a:p>
            <a:endParaRPr lang="en-US"/>
          </a:p>
        </p:txBody>
      </p:sp>
      <p:sp>
        <p:nvSpPr>
          <p:cNvPr id="11" name="grid line">
            <a:extLst>
              <a:ext uri="{FF2B5EF4-FFF2-40B4-BE49-F238E27FC236}">
                <a16:creationId xmlns:a16="http://schemas.microsoft.com/office/drawing/2014/main" id="{7B94A1F9-B514-07D1-74D2-3F6B7CB03409}"/>
              </a:ext>
              <a:ext uri="{C183D7F6-B498-43B3-948B-1728B52AA6E4}">
                <adec:decorative xmlns:adec="http://schemas.microsoft.com/office/drawing/2017/decorative" val="1"/>
              </a:ext>
            </a:extLst>
          </p:cNvPr>
          <p:cNvSpPr/>
          <p:nvPr/>
        </p:nvSpPr>
        <p:spPr>
          <a:xfrm>
            <a:off x="5715000" y="0"/>
            <a:ext cx="0" cy="5143500"/>
          </a:xfrm>
          <a:prstGeom prst="line">
            <a:avLst/>
          </a:prstGeom>
          <a:noFill/>
          <a:ln w="6350">
            <a:solidFill>
              <a:srgbClr val="2A3038"/>
            </a:solidFill>
            <a:prstDash val="solid"/>
          </a:ln>
        </p:spPr>
        <p:txBody>
          <a:bodyPr/>
          <a:lstStyle/>
          <a:p>
            <a:endParaRPr lang="en-US"/>
          </a:p>
        </p:txBody>
      </p:sp>
      <p:sp>
        <p:nvSpPr>
          <p:cNvPr id="12" name="grid line">
            <a:extLst>
              <a:ext uri="{FF2B5EF4-FFF2-40B4-BE49-F238E27FC236}">
                <a16:creationId xmlns:a16="http://schemas.microsoft.com/office/drawing/2014/main" id="{56B85416-BB26-3E57-5869-202A5CB2E5B0}"/>
              </a:ext>
              <a:ext uri="{C183D7F6-B498-43B3-948B-1728B52AA6E4}">
                <adec:decorative xmlns:adec="http://schemas.microsoft.com/office/drawing/2017/decorative" val="1"/>
              </a:ext>
            </a:extLst>
          </p:cNvPr>
          <p:cNvSpPr/>
          <p:nvPr/>
        </p:nvSpPr>
        <p:spPr>
          <a:xfrm>
            <a:off x="6286500" y="0"/>
            <a:ext cx="0" cy="5143500"/>
          </a:xfrm>
          <a:prstGeom prst="line">
            <a:avLst/>
          </a:prstGeom>
          <a:noFill/>
          <a:ln w="6350">
            <a:solidFill>
              <a:srgbClr val="2A3038"/>
            </a:solidFill>
            <a:prstDash val="solid"/>
          </a:ln>
        </p:spPr>
        <p:txBody>
          <a:bodyPr/>
          <a:lstStyle/>
          <a:p>
            <a:endParaRPr lang="en-US"/>
          </a:p>
        </p:txBody>
      </p:sp>
      <p:sp>
        <p:nvSpPr>
          <p:cNvPr id="13" name="grid line">
            <a:extLst>
              <a:ext uri="{FF2B5EF4-FFF2-40B4-BE49-F238E27FC236}">
                <a16:creationId xmlns:a16="http://schemas.microsoft.com/office/drawing/2014/main" id="{82038559-9F8D-A3EB-A74A-F82E47481A94}"/>
              </a:ext>
              <a:ext uri="{C183D7F6-B498-43B3-948B-1728B52AA6E4}">
                <adec:decorative xmlns:adec="http://schemas.microsoft.com/office/drawing/2017/decorative" val="1"/>
              </a:ext>
            </a:extLst>
          </p:cNvPr>
          <p:cNvSpPr/>
          <p:nvPr/>
        </p:nvSpPr>
        <p:spPr>
          <a:xfrm>
            <a:off x="6858000" y="0"/>
            <a:ext cx="0" cy="5143500"/>
          </a:xfrm>
          <a:prstGeom prst="line">
            <a:avLst/>
          </a:prstGeom>
          <a:noFill/>
          <a:ln w="6350">
            <a:solidFill>
              <a:srgbClr val="2A3038"/>
            </a:solidFill>
            <a:prstDash val="solid"/>
          </a:ln>
        </p:spPr>
        <p:txBody>
          <a:bodyPr/>
          <a:lstStyle/>
          <a:p>
            <a:endParaRPr lang="en-US"/>
          </a:p>
        </p:txBody>
      </p:sp>
      <p:sp>
        <p:nvSpPr>
          <p:cNvPr id="14" name="grid line">
            <a:extLst>
              <a:ext uri="{FF2B5EF4-FFF2-40B4-BE49-F238E27FC236}">
                <a16:creationId xmlns:a16="http://schemas.microsoft.com/office/drawing/2014/main" id="{ECC01689-13CC-ADC8-9AD0-FFD22CEA4E83}"/>
              </a:ext>
              <a:ext uri="{C183D7F6-B498-43B3-948B-1728B52AA6E4}">
                <adec:decorative xmlns:adec="http://schemas.microsoft.com/office/drawing/2017/decorative" val="1"/>
              </a:ext>
            </a:extLst>
          </p:cNvPr>
          <p:cNvSpPr/>
          <p:nvPr/>
        </p:nvSpPr>
        <p:spPr>
          <a:xfrm>
            <a:off x="7429500" y="0"/>
            <a:ext cx="0" cy="5143500"/>
          </a:xfrm>
          <a:prstGeom prst="line">
            <a:avLst/>
          </a:prstGeom>
          <a:noFill/>
          <a:ln w="6350">
            <a:solidFill>
              <a:srgbClr val="2A3038"/>
            </a:solidFill>
            <a:prstDash val="solid"/>
          </a:ln>
        </p:spPr>
        <p:txBody>
          <a:bodyPr/>
          <a:lstStyle/>
          <a:p>
            <a:endParaRPr lang="en-US"/>
          </a:p>
        </p:txBody>
      </p:sp>
      <p:sp>
        <p:nvSpPr>
          <p:cNvPr id="15" name="grid line">
            <a:extLst>
              <a:ext uri="{FF2B5EF4-FFF2-40B4-BE49-F238E27FC236}">
                <a16:creationId xmlns:a16="http://schemas.microsoft.com/office/drawing/2014/main" id="{164151BA-CFC1-5B22-6100-4B9F092EC157}"/>
              </a:ext>
              <a:ext uri="{C183D7F6-B498-43B3-948B-1728B52AA6E4}">
                <adec:decorative xmlns:adec="http://schemas.microsoft.com/office/drawing/2017/decorative" val="1"/>
              </a:ext>
            </a:extLst>
          </p:cNvPr>
          <p:cNvSpPr/>
          <p:nvPr/>
        </p:nvSpPr>
        <p:spPr>
          <a:xfrm>
            <a:off x="8001000" y="0"/>
            <a:ext cx="0" cy="5143500"/>
          </a:xfrm>
          <a:prstGeom prst="line">
            <a:avLst/>
          </a:prstGeom>
          <a:noFill/>
          <a:ln w="6350">
            <a:solidFill>
              <a:srgbClr val="2A3038"/>
            </a:solidFill>
            <a:prstDash val="solid"/>
          </a:ln>
        </p:spPr>
        <p:txBody>
          <a:bodyPr/>
          <a:lstStyle/>
          <a:p>
            <a:endParaRPr lang="en-US"/>
          </a:p>
        </p:txBody>
      </p:sp>
      <p:sp>
        <p:nvSpPr>
          <p:cNvPr id="16" name="grid line">
            <a:extLst>
              <a:ext uri="{FF2B5EF4-FFF2-40B4-BE49-F238E27FC236}">
                <a16:creationId xmlns:a16="http://schemas.microsoft.com/office/drawing/2014/main" id="{6CBFA3EA-FE5E-39E9-278E-8C3309BD0947}"/>
              </a:ext>
              <a:ext uri="{C183D7F6-B498-43B3-948B-1728B52AA6E4}">
                <adec:decorative xmlns:adec="http://schemas.microsoft.com/office/drawing/2017/decorative" val="1"/>
              </a:ext>
            </a:extLst>
          </p:cNvPr>
          <p:cNvSpPr/>
          <p:nvPr/>
        </p:nvSpPr>
        <p:spPr>
          <a:xfrm>
            <a:off x="8572500" y="0"/>
            <a:ext cx="0" cy="5143500"/>
          </a:xfrm>
          <a:prstGeom prst="line">
            <a:avLst/>
          </a:prstGeom>
          <a:noFill/>
          <a:ln w="6350">
            <a:solidFill>
              <a:srgbClr val="2A3038"/>
            </a:solidFill>
            <a:prstDash val="solid"/>
          </a:ln>
        </p:spPr>
        <p:txBody>
          <a:bodyPr/>
          <a:lstStyle/>
          <a:p>
            <a:endParaRPr lang="en-US"/>
          </a:p>
        </p:txBody>
      </p:sp>
      <p:sp>
        <p:nvSpPr>
          <p:cNvPr id="17" name="grid line">
            <a:extLst>
              <a:ext uri="{FF2B5EF4-FFF2-40B4-BE49-F238E27FC236}">
                <a16:creationId xmlns:a16="http://schemas.microsoft.com/office/drawing/2014/main" id="{8180B6D2-7EA3-8F2A-4C52-6AFA60B94CC4}"/>
              </a:ext>
              <a:ext uri="{C183D7F6-B498-43B3-948B-1728B52AA6E4}">
                <adec:decorative xmlns:adec="http://schemas.microsoft.com/office/drawing/2017/decorative" val="1"/>
              </a:ext>
            </a:extLst>
          </p:cNvPr>
          <p:cNvSpPr/>
          <p:nvPr/>
        </p:nvSpPr>
        <p:spPr>
          <a:xfrm>
            <a:off x="0" y="571500"/>
            <a:ext cx="9144000" cy="0"/>
          </a:xfrm>
          <a:prstGeom prst="line">
            <a:avLst/>
          </a:prstGeom>
          <a:noFill/>
          <a:ln w="6350">
            <a:solidFill>
              <a:srgbClr val="2A3038"/>
            </a:solidFill>
            <a:prstDash val="solid"/>
          </a:ln>
        </p:spPr>
        <p:txBody>
          <a:bodyPr/>
          <a:lstStyle/>
          <a:p>
            <a:endParaRPr lang="en-US"/>
          </a:p>
        </p:txBody>
      </p:sp>
      <p:sp>
        <p:nvSpPr>
          <p:cNvPr id="18" name="grid line">
            <a:extLst>
              <a:ext uri="{FF2B5EF4-FFF2-40B4-BE49-F238E27FC236}">
                <a16:creationId xmlns:a16="http://schemas.microsoft.com/office/drawing/2014/main" id="{DA3F1E33-544D-E25C-BCFE-86146D2BFF8F}"/>
              </a:ext>
              <a:ext uri="{C183D7F6-B498-43B3-948B-1728B52AA6E4}">
                <adec:decorative xmlns:adec="http://schemas.microsoft.com/office/drawing/2017/decorative" val="1"/>
              </a:ext>
            </a:extLst>
          </p:cNvPr>
          <p:cNvSpPr/>
          <p:nvPr/>
        </p:nvSpPr>
        <p:spPr>
          <a:xfrm>
            <a:off x="0" y="1143000"/>
            <a:ext cx="9144000" cy="0"/>
          </a:xfrm>
          <a:prstGeom prst="line">
            <a:avLst/>
          </a:prstGeom>
          <a:noFill/>
          <a:ln w="6350">
            <a:solidFill>
              <a:srgbClr val="2A3038"/>
            </a:solidFill>
            <a:prstDash val="solid"/>
          </a:ln>
        </p:spPr>
        <p:txBody>
          <a:bodyPr/>
          <a:lstStyle/>
          <a:p>
            <a:endParaRPr lang="en-US"/>
          </a:p>
        </p:txBody>
      </p:sp>
      <p:sp>
        <p:nvSpPr>
          <p:cNvPr id="19" name="grid line">
            <a:extLst>
              <a:ext uri="{FF2B5EF4-FFF2-40B4-BE49-F238E27FC236}">
                <a16:creationId xmlns:a16="http://schemas.microsoft.com/office/drawing/2014/main" id="{FA8DE486-630E-54C8-6979-2AAC1E177412}"/>
              </a:ext>
              <a:ext uri="{C183D7F6-B498-43B3-948B-1728B52AA6E4}">
                <adec:decorative xmlns:adec="http://schemas.microsoft.com/office/drawing/2017/decorative" val="1"/>
              </a:ext>
            </a:extLst>
          </p:cNvPr>
          <p:cNvSpPr/>
          <p:nvPr/>
        </p:nvSpPr>
        <p:spPr>
          <a:xfrm>
            <a:off x="0" y="1714500"/>
            <a:ext cx="9144000" cy="0"/>
          </a:xfrm>
          <a:prstGeom prst="line">
            <a:avLst/>
          </a:prstGeom>
          <a:noFill/>
          <a:ln w="6350">
            <a:solidFill>
              <a:srgbClr val="2A3038"/>
            </a:solidFill>
            <a:prstDash val="solid"/>
          </a:ln>
        </p:spPr>
        <p:txBody>
          <a:bodyPr/>
          <a:lstStyle/>
          <a:p>
            <a:endParaRPr lang="en-US"/>
          </a:p>
        </p:txBody>
      </p:sp>
      <p:sp>
        <p:nvSpPr>
          <p:cNvPr id="20" name="grid line">
            <a:extLst>
              <a:ext uri="{FF2B5EF4-FFF2-40B4-BE49-F238E27FC236}">
                <a16:creationId xmlns:a16="http://schemas.microsoft.com/office/drawing/2014/main" id="{015072B0-BAD6-5286-C1B3-C8A0713B07A7}"/>
              </a:ext>
              <a:ext uri="{C183D7F6-B498-43B3-948B-1728B52AA6E4}">
                <adec:decorative xmlns:adec="http://schemas.microsoft.com/office/drawing/2017/decorative" val="1"/>
              </a:ext>
            </a:extLst>
          </p:cNvPr>
          <p:cNvSpPr/>
          <p:nvPr/>
        </p:nvSpPr>
        <p:spPr>
          <a:xfrm>
            <a:off x="0" y="2286000"/>
            <a:ext cx="9144000" cy="0"/>
          </a:xfrm>
          <a:prstGeom prst="line">
            <a:avLst/>
          </a:prstGeom>
          <a:noFill/>
          <a:ln w="6350">
            <a:solidFill>
              <a:srgbClr val="2A3038"/>
            </a:solidFill>
            <a:prstDash val="solid"/>
          </a:ln>
        </p:spPr>
        <p:txBody>
          <a:bodyPr/>
          <a:lstStyle/>
          <a:p>
            <a:endParaRPr lang="en-US"/>
          </a:p>
        </p:txBody>
      </p:sp>
      <p:sp>
        <p:nvSpPr>
          <p:cNvPr id="21" name="grid line">
            <a:extLst>
              <a:ext uri="{FF2B5EF4-FFF2-40B4-BE49-F238E27FC236}">
                <a16:creationId xmlns:a16="http://schemas.microsoft.com/office/drawing/2014/main" id="{E800694E-8D1B-87AC-9805-9EA1DC8294AA}"/>
              </a:ext>
              <a:ext uri="{C183D7F6-B498-43B3-948B-1728B52AA6E4}">
                <adec:decorative xmlns:adec="http://schemas.microsoft.com/office/drawing/2017/decorative" val="1"/>
              </a:ext>
            </a:extLst>
          </p:cNvPr>
          <p:cNvSpPr/>
          <p:nvPr/>
        </p:nvSpPr>
        <p:spPr>
          <a:xfrm>
            <a:off x="0" y="2857500"/>
            <a:ext cx="9144000" cy="0"/>
          </a:xfrm>
          <a:prstGeom prst="line">
            <a:avLst/>
          </a:prstGeom>
          <a:noFill/>
          <a:ln w="6350">
            <a:solidFill>
              <a:srgbClr val="2A3038"/>
            </a:solidFill>
            <a:prstDash val="solid"/>
          </a:ln>
        </p:spPr>
        <p:txBody>
          <a:bodyPr/>
          <a:lstStyle/>
          <a:p>
            <a:endParaRPr lang="en-US"/>
          </a:p>
        </p:txBody>
      </p:sp>
      <p:sp>
        <p:nvSpPr>
          <p:cNvPr id="22" name="grid line">
            <a:extLst>
              <a:ext uri="{FF2B5EF4-FFF2-40B4-BE49-F238E27FC236}">
                <a16:creationId xmlns:a16="http://schemas.microsoft.com/office/drawing/2014/main" id="{8B6AACEC-01B8-8DA3-C498-C0738781C23A}"/>
              </a:ext>
              <a:ext uri="{C183D7F6-B498-43B3-948B-1728B52AA6E4}">
                <adec:decorative xmlns:adec="http://schemas.microsoft.com/office/drawing/2017/decorative" val="1"/>
              </a:ext>
            </a:extLst>
          </p:cNvPr>
          <p:cNvSpPr/>
          <p:nvPr/>
        </p:nvSpPr>
        <p:spPr>
          <a:xfrm>
            <a:off x="0" y="3429000"/>
            <a:ext cx="9144000" cy="0"/>
          </a:xfrm>
          <a:prstGeom prst="line">
            <a:avLst/>
          </a:prstGeom>
          <a:noFill/>
          <a:ln w="6350">
            <a:solidFill>
              <a:srgbClr val="2A3038"/>
            </a:solidFill>
            <a:prstDash val="solid"/>
          </a:ln>
        </p:spPr>
        <p:txBody>
          <a:bodyPr/>
          <a:lstStyle/>
          <a:p>
            <a:endParaRPr lang="en-US"/>
          </a:p>
        </p:txBody>
      </p:sp>
      <p:sp>
        <p:nvSpPr>
          <p:cNvPr id="23" name="grid line">
            <a:extLst>
              <a:ext uri="{FF2B5EF4-FFF2-40B4-BE49-F238E27FC236}">
                <a16:creationId xmlns:a16="http://schemas.microsoft.com/office/drawing/2014/main" id="{35F4BCE1-A002-086A-82BB-C5DA3791F4B1}"/>
              </a:ext>
              <a:ext uri="{C183D7F6-B498-43B3-948B-1728B52AA6E4}">
                <adec:decorative xmlns:adec="http://schemas.microsoft.com/office/drawing/2017/decorative" val="1"/>
              </a:ext>
            </a:extLst>
          </p:cNvPr>
          <p:cNvSpPr/>
          <p:nvPr/>
        </p:nvSpPr>
        <p:spPr>
          <a:xfrm>
            <a:off x="0" y="4000500"/>
            <a:ext cx="9144000" cy="0"/>
          </a:xfrm>
          <a:prstGeom prst="line">
            <a:avLst/>
          </a:prstGeom>
          <a:noFill/>
          <a:ln w="6350">
            <a:solidFill>
              <a:srgbClr val="2A3038"/>
            </a:solidFill>
            <a:prstDash val="solid"/>
          </a:ln>
        </p:spPr>
        <p:txBody>
          <a:bodyPr/>
          <a:lstStyle/>
          <a:p>
            <a:endParaRPr lang="en-US"/>
          </a:p>
        </p:txBody>
      </p:sp>
      <p:sp>
        <p:nvSpPr>
          <p:cNvPr id="24" name="grid line">
            <a:extLst>
              <a:ext uri="{FF2B5EF4-FFF2-40B4-BE49-F238E27FC236}">
                <a16:creationId xmlns:a16="http://schemas.microsoft.com/office/drawing/2014/main" id="{0C468D4C-FDFA-4723-0C14-8FE164507F0B}"/>
              </a:ext>
              <a:ext uri="{C183D7F6-B498-43B3-948B-1728B52AA6E4}">
                <adec:decorative xmlns:adec="http://schemas.microsoft.com/office/drawing/2017/decorative" val="1"/>
              </a:ext>
            </a:extLst>
          </p:cNvPr>
          <p:cNvSpPr/>
          <p:nvPr/>
        </p:nvSpPr>
        <p:spPr>
          <a:xfrm>
            <a:off x="0" y="4572000"/>
            <a:ext cx="9144000" cy="0"/>
          </a:xfrm>
          <a:prstGeom prst="line">
            <a:avLst/>
          </a:prstGeom>
          <a:noFill/>
          <a:ln w="6350">
            <a:solidFill>
              <a:srgbClr val="2A3038"/>
            </a:solidFill>
            <a:prstDash val="solid"/>
          </a:ln>
        </p:spPr>
        <p:txBody>
          <a:bodyPr/>
          <a:lstStyle/>
          <a:p>
            <a:endParaRPr lang="en-US"/>
          </a:p>
        </p:txBody>
      </p:sp>
      <p:sp>
        <p:nvSpPr>
          <p:cNvPr id="25" name="top accent bar">
            <a:extLst>
              <a:ext uri="{FF2B5EF4-FFF2-40B4-BE49-F238E27FC236}">
                <a16:creationId xmlns:a16="http://schemas.microsoft.com/office/drawing/2014/main" id="{17EEF90C-0303-888D-11EF-C1A12A9146B0}"/>
              </a:ext>
              <a:ext uri="{C183D7F6-B498-43B3-948B-1728B52AA6E4}">
                <adec:decorative xmlns:adec="http://schemas.microsoft.com/office/drawing/2017/decorative" val="1"/>
              </a:ext>
            </a:extLst>
          </p:cNvPr>
          <p:cNvSpPr/>
          <p:nvPr/>
        </p:nvSpPr>
        <p:spPr>
          <a:xfrm>
            <a:off x="0" y="0"/>
            <a:ext cx="9144000" cy="82296"/>
          </a:xfrm>
          <a:prstGeom prst="rect">
            <a:avLst/>
          </a:prstGeom>
          <a:solidFill>
            <a:srgbClr val="3BE081"/>
          </a:solidFill>
          <a:ln w="12700">
            <a:solidFill>
              <a:srgbClr val="333333"/>
            </a:solidFill>
            <a:prstDash val="solid"/>
          </a:ln>
        </p:spPr>
        <p:txBody>
          <a:bodyPr/>
          <a:lstStyle/>
          <a:p>
            <a:endParaRPr lang="en-US"/>
          </a:p>
        </p:txBody>
      </p:sp>
      <p:sp>
        <p:nvSpPr>
          <p:cNvPr id="26" name="Text 0">
            <a:extLst>
              <a:ext uri="{FF2B5EF4-FFF2-40B4-BE49-F238E27FC236}">
                <a16:creationId xmlns:a16="http://schemas.microsoft.com/office/drawing/2014/main" id="{F1CF8E4C-6EFA-48A4-4A1A-2EA23B12A056}"/>
              </a:ext>
            </a:extLst>
          </p:cNvPr>
          <p:cNvSpPr>
            <a:spLocks noGrp="1"/>
          </p:cNvSpPr>
          <p:nvPr>
            <p:ph type="title" idx="100" hasCustomPrompt="1"/>
          </p:nvPr>
        </p:nvSpPr>
        <p:spPr>
          <a:xfrm>
            <a:off x="548640" y="384048"/>
            <a:ext cx="8046720" cy="548640"/>
          </a:xfrm>
          <a:prstGeom prst="rect">
            <a:avLst/>
          </a:prstGeom>
          <a:noFill/>
          <a:ln/>
        </p:spPr>
        <p:txBody>
          <a:bodyPr wrap="square" lIns="0" tIns="0" rIns="0" bIns="0" rtlCol="0" anchor="ctr"/>
          <a:lstStyle/>
          <a:p>
            <a:r>
              <a:rPr lang="en-US" sz="2600" b="1" dirty="0">
                <a:solidFill>
                  <a:srgbClr val="E8ECEF"/>
                </a:solidFill>
                <a:latin typeface="Segoe UI" pitchFamily="34" charset="0"/>
                <a:ea typeface="Segoe UI" pitchFamily="34" charset="-122"/>
                <a:cs typeface="Segoe UI" pitchFamily="34" charset="-120"/>
              </a:rPr>
              <a:t>References</a:t>
            </a:r>
            <a:endParaRPr lang="en-US" sz="2600" dirty="0"/>
          </a:p>
        </p:txBody>
      </p:sp>
      <p:sp>
        <p:nvSpPr>
          <p:cNvPr id="58" name="step panel">
            <a:extLst>
              <a:ext uri="{FF2B5EF4-FFF2-40B4-BE49-F238E27FC236}">
                <a16:creationId xmlns:a16="http://schemas.microsoft.com/office/drawing/2014/main" id="{8E0CCAB6-D628-1ECD-521F-DF2FEAF8238D}"/>
              </a:ext>
              <a:ext uri="{C183D7F6-B498-43B3-948B-1728B52AA6E4}">
                <adec:decorative xmlns:adec="http://schemas.microsoft.com/office/drawing/2017/decorative" val="1"/>
              </a:ext>
            </a:extLst>
          </p:cNvPr>
          <p:cNvSpPr/>
          <p:nvPr/>
        </p:nvSpPr>
        <p:spPr>
          <a:xfrm>
            <a:off x="452100" y="1092084"/>
            <a:ext cx="8061050" cy="3855961"/>
          </a:xfrm>
          <a:prstGeom prst="rect">
            <a:avLst/>
          </a:prstGeom>
          <a:solidFill>
            <a:srgbClr val="1B1F25"/>
          </a:solidFill>
          <a:ln w="12700">
            <a:solidFill>
              <a:srgbClr val="2A3038"/>
            </a:solidFill>
            <a:prstDash val="solid"/>
          </a:ln>
        </p:spPr>
        <p:txBody>
          <a:bodyPr/>
          <a:lstStyle/>
          <a:p>
            <a:endParaRPr lang="en-US" dirty="0"/>
          </a:p>
        </p:txBody>
      </p:sp>
      <p:sp>
        <p:nvSpPr>
          <p:cNvPr id="60" name="step accent">
            <a:extLst>
              <a:ext uri="{FF2B5EF4-FFF2-40B4-BE49-F238E27FC236}">
                <a16:creationId xmlns:a16="http://schemas.microsoft.com/office/drawing/2014/main" id="{7B0BA555-781C-EEFE-A228-4AAB233EE552}"/>
              </a:ext>
              <a:ext uri="{C183D7F6-B498-43B3-948B-1728B52AA6E4}">
                <adec:decorative xmlns:adec="http://schemas.microsoft.com/office/drawing/2017/decorative" val="1"/>
              </a:ext>
            </a:extLst>
          </p:cNvPr>
          <p:cNvSpPr/>
          <p:nvPr/>
        </p:nvSpPr>
        <p:spPr>
          <a:xfrm>
            <a:off x="454261" y="1034938"/>
            <a:ext cx="8080061" cy="57146"/>
          </a:xfrm>
          <a:prstGeom prst="rect">
            <a:avLst/>
          </a:prstGeom>
          <a:solidFill>
            <a:srgbClr val="3BE081"/>
          </a:solidFill>
          <a:ln w="12700">
            <a:solidFill>
              <a:srgbClr val="333333"/>
            </a:solidFill>
            <a:prstDash val="solid"/>
          </a:ln>
        </p:spPr>
        <p:txBody>
          <a:bodyPr/>
          <a:lstStyle/>
          <a:p>
            <a:endParaRPr lang="en-US"/>
          </a:p>
        </p:txBody>
      </p:sp>
      <p:sp>
        <p:nvSpPr>
          <p:cNvPr id="64" name="Text 31">
            <a:extLst>
              <a:ext uri="{FF2B5EF4-FFF2-40B4-BE49-F238E27FC236}">
                <a16:creationId xmlns:a16="http://schemas.microsoft.com/office/drawing/2014/main" id="{57C48B9B-2FAE-3368-ED56-030CB7DD72FE}"/>
              </a:ext>
            </a:extLst>
          </p:cNvPr>
          <p:cNvSpPr/>
          <p:nvPr/>
        </p:nvSpPr>
        <p:spPr>
          <a:xfrm>
            <a:off x="553794" y="992114"/>
            <a:ext cx="7900005" cy="1243592"/>
          </a:xfrm>
          <a:prstGeom prst="rect">
            <a:avLst/>
          </a:prstGeom>
          <a:noFill/>
          <a:ln/>
        </p:spPr>
        <p:txBody>
          <a:bodyPr wrap="square" lIns="0" tIns="0" rIns="0" bIns="0" rtlCol="0" anchor="ctr"/>
          <a:lstStyle/>
          <a:p>
            <a:pPr marL="171450" indent="-171450">
              <a:lnSpc>
                <a:spcPts val="1300"/>
              </a:lnSpc>
              <a:buFont typeface="Arial" panose="020B0604020202020204" pitchFamily="34" charset="0"/>
              <a:buChar char="•"/>
            </a:pPr>
            <a:r>
              <a:rPr lang="en-US" sz="1000" dirty="0">
                <a:solidFill>
                  <a:schemeClr val="bg1"/>
                </a:solidFill>
                <a:latin typeface="Segoe UI" pitchFamily="34" charset="0"/>
                <a:cs typeface="Segoe UI" pitchFamily="34" charset="-120"/>
              </a:rPr>
              <a:t>Charles G. Cobb. (2015). The Project Manager’s Guide to Mastering Agile : Principles and Practices for an Adaptive Approach. Wiley. </a:t>
            </a:r>
          </a:p>
          <a:p>
            <a:pPr marL="171450" indent="-171450">
              <a:lnSpc>
                <a:spcPts val="1300"/>
              </a:lnSpc>
              <a:buFont typeface="Arial" panose="020B0604020202020204" pitchFamily="34" charset="0"/>
              <a:buChar char="•"/>
            </a:pPr>
            <a:r>
              <a:rPr lang="en-US" sz="1000" dirty="0">
                <a:solidFill>
                  <a:schemeClr val="bg1"/>
                </a:solidFill>
              </a:rPr>
              <a:t>Christopher Lee. (2023). The Art of Crafting User Stories : Unleash Creativity and Collaboration to Deliver High-value Products with a Delightful User Experience (1st edition). </a:t>
            </a:r>
            <a:r>
              <a:rPr lang="en-US" sz="1000" dirty="0" err="1">
                <a:solidFill>
                  <a:schemeClr val="bg1"/>
                </a:solidFill>
              </a:rPr>
              <a:t>Packt</a:t>
            </a:r>
            <a:r>
              <a:rPr lang="en-US" sz="1000" dirty="0">
                <a:solidFill>
                  <a:schemeClr val="bg1"/>
                </a:solidFill>
              </a:rPr>
              <a:t> Publishing. </a:t>
            </a:r>
          </a:p>
        </p:txBody>
      </p:sp>
    </p:spTree>
    <p:extLst>
      <p:ext uri="{BB962C8B-B14F-4D97-AF65-F5344CB8AC3E}">
        <p14:creationId xmlns:p14="http://schemas.microsoft.com/office/powerpoint/2010/main" val="4199446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495</Words>
  <Application>Microsoft Office PowerPoint</Application>
  <PresentationFormat>On-screen Show (16:9)</PresentationFormat>
  <Paragraphs>58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Segoe UI</vt:lpstr>
      <vt:lpstr>Office Theme</vt:lpstr>
      <vt:lpstr>Agile Presentation</vt:lpstr>
      <vt:lpstr>Explaining Agile Roles</vt:lpstr>
      <vt:lpstr>Explaining Agile Phases</vt:lpstr>
      <vt:lpstr>Describing Waterfall Model</vt:lpstr>
      <vt:lpstr>Waterfall or Agile Approach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Cruz</dc:creator>
  <cp:lastModifiedBy>Jason Cruz</cp:lastModifiedBy>
  <cp:revision>1</cp:revision>
  <dcterms:created xsi:type="dcterms:W3CDTF">2026-08-17T06:13:23Z</dcterms:created>
  <dcterms:modified xsi:type="dcterms:W3CDTF">2026-08-17T06:56:12Z</dcterms:modified>
</cp:coreProperties>
</file>